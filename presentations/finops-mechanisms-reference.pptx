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cost explanation combines retrieved account data, maintained organization files and remembered preferences or corrections. A remembered explanation is not a newly verified cost driver. Reconcile the data window and cost basis each time before acting on an interpretation.</a:t>
            </a:r>
          </a:p>
          <a:p/>
          <a:p>
            <a:r>
              <a:t>Conversation corrections and investigation outcomes can become agent-specific memory. Uploaded context supplies maintained organization definitions. Scheduled or event-triggered tasks use that context but do not confer permission to resize infrastructure.</a:t>
            </a:r>
          </a:p>
          <a:p/>
          <a:p>
            <a:r>
              <a:t>Documented configuration, not a claim about undisclosed internals. No live AWS test or measured improvement. Retained context does not establish customer-controlled model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AWS FinOps Agent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A cost explanation combines retrieved account data, maintained organization files and remembered preferences or corrections. A remembered explanation is not a newly verified cost driver. Reconcile the data window and cost basis each time before acting on an interpretation.</a:t>
            </a:r>
          </a:p>
          <a:p/>
          <a:p>
            <a:r>
              <a:t>Conversation corrections and investigation outcomes can become agent-specific memory. Uploaded context supplies maintained organization definitions. Scheduled or event-triggered tasks use that context but do not confer permission to resize infrastructure.</a:t>
            </a:r>
          </a:p>
          <a:p/>
          <a:p>
            <a:r>
              <a:t>The service and all mechanisms in this guide are preview. Data access depends on the configured IAM role; external writes have action-specific approval behavior.</a:t>
            </a:r>
          </a:p>
          <a:p/>
          <a:p>
            <a:r>
              <a:t>## F-M01 — Establish the agent identity and data boundary</a:t>
            </a:r>
          </a:p>
          <a:p/>
          <a:p>
            <a:r>
              <a:t>**Surface:** FinOps console / creation wizard</a:t>
            </a:r>
          </a:p>
          <a:p/>
          <a:p>
            <a:r>
              <a:t>**Availability:** Preview</a:t>
            </a:r>
          </a:p>
          <a:p/>
          <a:p>
            <a:r>
              <a:t>**Activation:** Separate agent role and operator access</a:t>
            </a:r>
          </a:p>
          <a:p/>
          <a:p>
            <a:r>
              <a:t>### Documented mechanism</a:t>
            </a:r>
          </a:p>
          <a:p/>
          <a:p>
            <a:r>
              <a:t>An agent has its own IAM role, context, memory, tasks and artifacts. Account-data visibility follows the configured role; another agent is not a shared-memory extension.</a:t>
            </a:r>
          </a:p>
          <a:p/>
          <a:p>
            <a:r>
              <a:t>### Enable and configure</a:t>
            </a:r>
          </a:p>
          <a:p/>
          <a:p>
            <a:r>
              <a:t>Preview access and permissions to create the required roles and operator access.</a:t>
            </a:r>
          </a:p>
          <a:p/>
          <a:p>
            <a:r>
              <a:t>1. Create the agent in the console and select or create its agent role.</a:t>
            </a:r>
          </a:p>
          <a:p/>
          <a:p>
            <a:r>
              <a:t>2. Configure the operator web-application role and optional integrations.</a:t>
            </a:r>
          </a:p>
          <a:p/>
          <a:p>
            <a:r>
              <a:t>3. Review the wizard settings and verify access from the intended operator identity.</a:t>
            </a:r>
          </a:p>
          <a:p/>
          <a:p>
            <a:r>
              <a:t>### Scope and persistence</a:t>
            </a:r>
          </a:p>
          <a:p/>
          <a:p>
            <a:r>
              <a:t>Content is isolated between agents. Storage and cross-region processing have a separately documented US data-location boundary.</a:t>
            </a:r>
          </a:p>
          <a:p/>
          <a:p>
            <a:r>
              <a:t>### Independent checks — proposed</a:t>
            </a:r>
          </a:p>
          <a:p/>
          <a:p>
            <a:r>
              <a:t>- Compare an allowed cost query with an intentionally unavailable data source.</a:t>
            </a:r>
          </a:p>
          <a:p/>
          <a:p>
            <a:r>
              <a:t>- Record the agent identity and confirm the operator is not accidentally using another agent.</a:t>
            </a:r>
          </a:p>
          <a:p/>
          <a:p>
            <a:r>
              <a:t>### Record to retain — proposed</a:t>
            </a:r>
          </a:p>
          <a:p/>
          <a:p>
            <a:r>
              <a:t>Agent ID, role policies, operator scope, approved data-location assessment and test results.</a:t>
            </a:r>
          </a:p>
          <a:p/>
          <a:p>
            <a:r>
              <a:t>### Stop, correct or remove</a:t>
            </a:r>
          </a:p>
          <a:p/>
          <a:p>
            <a:r>
              <a:t>Change role policies and integrations through the administrative configuration; do not treat a chat instruction as an access restriction.</a:t>
            </a:r>
          </a:p>
          <a:p/>
          <a:p>
            <a:r>
              <a:t>### Limits and fallback</a:t>
            </a:r>
          </a:p>
          <a:p/>
          <a:p>
            <a:r>
              <a:t>A broad data role can expose more than the displayed report scope. Missing permissions can produce incomplete analysis.</a:t>
            </a:r>
          </a:p>
          <a:p/>
          <a:p>
            <a:r>
              <a:t>Use a manually scoped cost export while resolving access; do not grant administrator access for convenience.</a:t>
            </a:r>
          </a:p>
          <a:p/>
          <a:p>
            <a:r>
              <a:t>### Illustrative task — not executed</a:t>
            </a:r>
          </a:p>
          <a:p/>
          <a:p>
            <a:r>
              <a:t>Illustrative: create a report-only evaluation agent using a narrowly scoped role and no external publishing integration.</a:t>
            </a:r>
          </a:p>
          <a:p/>
          <a:p>
            <a:r>
              <a:t>### Official guidance</a:t>
            </a:r>
          </a:p>
          <a:p/>
          <a:p>
            <a:r>
              <a:t>[FI: IAM setup guide](https://docs.aws.amazon.com/finops-agent/latest/userguide/setting-up.html)</a:t>
            </a:r>
          </a:p>
          <a:p/>
          <a:p>
            <a:r>
              <a:t>[FC: Create a FinOps agent](https://docs.aws.amazon.com/finops-agent/latest/userguide/creating-an-agent.html)</a:t>
            </a:r>
          </a:p>
          <a:p/>
          <a:p>
            <a:r>
              <a:t>[FP: Data protection](https://docs.aws.amazon.com/finops-agent/latest/userguide/data-protection.html)</a:t>
            </a:r>
          </a:p>
          <a:p/>
          <a:p>
            <a:r>
              <a:t>[FR: Cross-region inference](https://docs.aws.amazon.com/finops-agent/latest/userguide/cross-region-inference.html)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AWS FinOps Agent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A cost explanation combines retrieved account data, maintained organization files and remembered preferences or corrections. A remembered explanation is not a newly verified cost driver. Reconcile the data window and cost basis each time before acting on an interpretation.</a:t>
            </a:r>
          </a:p>
          <a:p/>
          <a:p>
            <a:r>
              <a:t>Conversation corrections and investigation outcomes can become agent-specific memory. Uploaded context supplies maintained organization definitions. Scheduled or event-triggered tasks use that context but do not confer permission to resize infrastructure.</a:t>
            </a:r>
          </a:p>
          <a:p/>
          <a:p>
            <a:r>
              <a:t>The service and all mechanisms in this guide are preview. Data access depends on the configured IAM role; external writes have action-specific approval behavior.</a:t>
            </a:r>
          </a:p>
          <a:p/>
          <a:p>
            <a:r>
              <a:t>## F-M02 — Supply maintained organization context</a:t>
            </a:r>
          </a:p>
          <a:p/>
          <a:p>
            <a:r>
              <a:t>**Surface:** Web application → Context files</a:t>
            </a:r>
          </a:p>
          <a:p/>
          <a:p>
            <a:r>
              <a:t>**Availability:** Preview</a:t>
            </a:r>
          </a:p>
          <a:p/>
          <a:p>
            <a:r>
              <a:t>**Activation:** Upload supported text files</a:t>
            </a:r>
          </a:p>
          <a:p/>
          <a:p>
            <a:r>
              <a:t>### Documented mechanism</a:t>
            </a:r>
          </a:p>
          <a:p/>
          <a:p>
            <a:r>
              <a:t>Uploaded context supplies owner mappings, categories, report structures and instructions. The agent reads this material but cannot edit or delete the files through chat.</a:t>
            </a:r>
          </a:p>
          <a:p/>
          <a:p>
            <a:r>
              <a:t>### Enable and configure</a:t>
            </a:r>
          </a:p>
          <a:p/>
          <a:p>
            <a:r>
              <a:t>Approved non-sensitive context and authorized users of the agent.</a:t>
            </a:r>
          </a:p>
          <a:p/>
          <a:p>
            <a:r>
              <a:t>1. Open Context files and upload a focused supported file.</a:t>
            </a:r>
          </a:p>
          <a:p/>
          <a:p>
            <a:r>
              <a:t>2. Use a new question to check the mapping or instruction.</a:t>
            </a:r>
          </a:p>
          <a:p/>
          <a:p>
            <a:r>
              <a:t>3. Maintain the file in the workspace when organization definitions change.</a:t>
            </a:r>
          </a:p>
          <a:p/>
          <a:p>
            <a:r>
              <a:t>### Scope and persistence</a:t>
            </a:r>
          </a:p>
          <a:p/>
          <a:p>
            <a:r>
              <a:t>Files are available to users with access to the agent and used by its work.</a:t>
            </a:r>
          </a:p>
          <a:p/>
          <a:p>
            <a:r>
              <a:t>### Independent checks — proposed</a:t>
            </a:r>
          </a:p>
          <a:p/>
          <a:p>
            <a:r>
              <a:t>- Use a synthetic account-to-team mapping and verify a sampled attribution.</a:t>
            </a:r>
          </a:p>
          <a:p/>
          <a:p>
            <a:r>
              <a:t>- Check for conflicting old context before accepting the result.</a:t>
            </a:r>
          </a:p>
          <a:p/>
          <a:p>
            <a:r>
              <a:t>### Record to retain — proposed</a:t>
            </a:r>
          </a:p>
          <a:p/>
          <a:p>
            <a:r>
              <a:t>Context filename, approved revision, sampled mapping and verification output.</a:t>
            </a:r>
          </a:p>
          <a:p/>
          <a:p>
            <a:r>
              <a:t>### Stop, correct or remove</a:t>
            </a:r>
          </a:p>
          <a:p/>
          <a:p>
            <a:r>
              <a:t>Delete removes a file from active context by soft deletion; Restore reactivates it.</a:t>
            </a:r>
          </a:p>
          <a:p/>
          <a:p>
            <a:r>
              <a:t>### Limits and fallback</a:t>
            </a:r>
          </a:p>
          <a:p/>
          <a:p>
            <a:r>
              <a:t>Do not upload personal or sensitive information. An owner mapping is not an IAM policy.</a:t>
            </a:r>
          </a:p>
          <a:p/>
          <a:p>
            <a:r>
              <a:t>Provide the approved mapping explicitly for a single task and label the missing maintained context.</a:t>
            </a:r>
          </a:p>
          <a:p/>
          <a:p>
            <a:r>
              <a:t>### Illustrative task — not executed</a:t>
            </a:r>
          </a:p>
          <a:p/>
          <a:p>
            <a:r>
              <a:t>Illustrative file: a synthetic account identifier mapped to a team alias, without personal contact details.</a:t>
            </a:r>
          </a:p>
          <a:p/>
          <a:p>
            <a:r>
              <a:t>### Official guidance</a:t>
            </a:r>
          </a:p>
          <a:p/>
          <a:p>
            <a:r>
              <a:t>[FM: Context files and memory](https://docs.aws.amazon.com/finops-agent/latest/userguide/context-files-and-memory.html)</a:t>
            </a:r>
          </a:p>
          <a:p/>
          <a:p>
            <a:r>
              <a:t>[FP: Data protection](https://docs.aws.amazon.com/finops-agent/latest/userguide/data-protection.html)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AWS FinOps Agent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A cost explanation combines retrieved account data, maintained organization files and remembered preferences or corrections. A remembered explanation is not a newly verified cost driver. Reconcile the data window and cost basis each time before acting on an interpretation.</a:t>
            </a:r>
          </a:p>
          <a:p/>
          <a:p>
            <a:r>
              <a:t>Conversation corrections and investigation outcomes can become agent-specific memory. Uploaded context supplies maintained organization definitions. Scheduled or event-triggered tasks use that context but do not confer permission to resize infrastructure.</a:t>
            </a:r>
          </a:p>
          <a:p/>
          <a:p>
            <a:r>
              <a:t>The service and all mechanisms in this guide are preview. Data access depends on the configured IAM role; external writes have action-specific approval behavior.</a:t>
            </a:r>
          </a:p>
          <a:p/>
          <a:p>
            <a:r>
              <a:t>## F-M03 — Retain and correct preferences across sessions</a:t>
            </a:r>
          </a:p>
          <a:p/>
          <a:p>
            <a:r>
              <a:t>**Surface:** Agent conversation</a:t>
            </a:r>
          </a:p>
          <a:p/>
          <a:p>
            <a:r>
              <a:t>**Availability:** Preview</a:t>
            </a:r>
          </a:p>
          <a:p/>
          <a:p>
            <a:r>
              <a:t>**Activation:** Natural-language remember, update and forget requests</a:t>
            </a:r>
          </a:p>
          <a:p/>
          <a:p>
            <a:r>
              <a:t>### Documented mechanism</a:t>
            </a:r>
          </a:p>
          <a:p/>
          <a:p>
            <a:r>
              <a:t>Memory can retain preferences, corrections and task outcomes for later sessions. This differs from an uploaded context file and from the summary of one long conversation.</a:t>
            </a:r>
          </a:p>
          <a:p/>
          <a:p>
            <a:r>
              <a:t>### Enable and configure</a:t>
            </a:r>
          </a:p>
          <a:p/>
          <a:p>
            <a:r>
              <a:t>A configured agent and non-sensitive facts appropriate to retain.</a:t>
            </a:r>
          </a:p>
          <a:p/>
          <a:p>
            <a:r>
              <a:t>1. Ask the agent to remember a specific reporting preference or correction.</a:t>
            </a:r>
          </a:p>
          <a:p/>
          <a:p>
            <a:r>
              <a:t>2. Start a separate conversation and check its use.</a:t>
            </a:r>
          </a:p>
          <a:p/>
          <a:p>
            <a:r>
              <a:t>3. Request an update or forgetting of that specific entry when it is no longer valid.</a:t>
            </a:r>
          </a:p>
          <a:p/>
          <a:p>
            <a:r>
              <a:t>### Scope and persistence</a:t>
            </a:r>
          </a:p>
          <a:p/>
          <a:p>
            <a:r>
              <a:t>Memory belongs to the agent, not to every agent in the account.</a:t>
            </a:r>
          </a:p>
          <a:p/>
          <a:p>
            <a:r>
              <a:t>### Independent checks — proposed</a:t>
            </a:r>
          </a:p>
          <a:p/>
          <a:p>
            <a:r>
              <a:t>- Use a harmless synthetic reporting preference, not a secret.</a:t>
            </a:r>
          </a:p>
          <a:p/>
          <a:p>
            <a:r>
              <a:t>- Test correction in a new session; retain the original data query for reconciliation.</a:t>
            </a:r>
          </a:p>
          <a:p/>
          <a:p>
            <a:r>
              <a:t>### Record to retain — proposed</a:t>
            </a:r>
          </a:p>
          <a:p/>
          <a:p>
            <a:r>
              <a:t>Memory request, agent ID, independent new-session output and correction record.</a:t>
            </a:r>
          </a:p>
          <a:p/>
          <a:p>
            <a:r>
              <a:t>### Stop, correct or remove</a:t>
            </a:r>
          </a:p>
          <a:p/>
          <a:p>
            <a:r>
              <a:t>Use the documented chat controls for memory; do not assume forgetting deletes earlier conversation records.</a:t>
            </a:r>
          </a:p>
          <a:p/>
          <a:p>
            <a:r>
              <a:t>### Limits and fallback</a:t>
            </a:r>
          </a:p>
          <a:p/>
          <a:p>
            <a:r>
              <a:t>A remembered cause must be rechecked against current data. No separate model-training switch is established by these instructions.</a:t>
            </a:r>
          </a:p>
          <a:p/>
          <a:p>
            <a:r>
              <a:t>Provide the preference explicitly and record that cross-session recall was not demonstrated.</a:t>
            </a:r>
          </a:p>
          <a:p/>
          <a:p>
            <a:r>
              <a:t>### Illustrative task — not executed</a:t>
            </a:r>
          </a:p>
          <a:p/>
          <a:p>
            <a:r>
              <a:t>Illustrative: “Remember that this evaluation uses unblended costs grouped by Region. Treat prior investigation conclusions as hypotheses.”</a:t>
            </a:r>
          </a:p>
          <a:p/>
          <a:p>
            <a:r>
              <a:t>### Official guidance</a:t>
            </a:r>
          </a:p>
          <a:p/>
          <a:p>
            <a:r>
              <a:t>[FM: Context files and memory](https://docs.aws.amazon.com/finops-agent/latest/userguide/context-files-and-memory.html)</a:t>
            </a:r>
          </a:p>
          <a:p/>
          <a:p>
            <a:r>
              <a:t>[FD: Cost inquiry and data-source access](https://docs.aws.amazon.com/finops-agent/latest/userguide/cost-inquiry.html)</a:t>
            </a:r>
          </a:p>
          <a:p/>
          <a:p>
            <a:r>
              <a:t>[FP: Data protection](https://docs.aws.amazon.com/finops-agent/latest/userguide/data-protection.html)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AWS FinOps Agent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A cost explanation combines retrieved account data, maintained organization files and remembered preferences or corrections. A remembered explanation is not a newly verified cost driver. Reconcile the data window and cost basis each time before acting on an interpretation.</a:t>
            </a:r>
          </a:p>
          <a:p/>
          <a:p>
            <a:r>
              <a:t>Conversation corrections and investigation outcomes can become agent-specific memory. Uploaded context supplies maintained organization definitions. Scheduled or event-triggered tasks use that context but do not confer permission to resize infrastructure.</a:t>
            </a:r>
          </a:p>
          <a:p/>
          <a:p>
            <a:r>
              <a:t>The service and all mechanisms in this guide are preview. Data access depends on the configured IAM role; external writes have action-specific approval behavior.</a:t>
            </a:r>
          </a:p>
          <a:p/>
          <a:p>
            <a:r>
              <a:t>## F-M04 — Create bounded on-demand and scheduled tasks</a:t>
            </a:r>
          </a:p>
          <a:p/>
          <a:p>
            <a:r>
              <a:t>**Surface:** Tasks / Automations workspaces</a:t>
            </a:r>
          </a:p>
          <a:p/>
          <a:p>
            <a:r>
              <a:t>**Availability:** Preview</a:t>
            </a:r>
          </a:p>
          <a:p/>
          <a:p>
            <a:r>
              <a:t>**Activation:** Explicit task request or recurring automation</a:t>
            </a:r>
          </a:p>
          <a:p/>
          <a:p>
            <a:r>
              <a:t>### Documented mechanism</a:t>
            </a:r>
          </a:p>
          <a:p/>
          <a:p>
            <a:r>
              <a:t>On-demand, scheduled and event-based work share a task queue. A task is created when requested; a normal cost question can remain an interactive answer.</a:t>
            </a:r>
          </a:p>
          <a:p/>
          <a:p>
            <a:r>
              <a:t>### Enable and configure</a:t>
            </a:r>
          </a:p>
          <a:p/>
          <a:p>
            <a:r>
              <a:t>An accessible agent, required data permissions and a bounded output definition.</a:t>
            </a:r>
          </a:p>
          <a:p/>
          <a:p>
            <a:r>
              <a:t>1. Ask to create a task, or open Tasks → Create tasks.</a:t>
            </a:r>
          </a:p>
          <a:p/>
          <a:p>
            <a:r>
              <a:t>2. For recurrence, describe the schedule and output in chat.</a:t>
            </a:r>
          </a:p>
          <a:p/>
          <a:p>
            <a:r>
              <a:t>3. Inspect the created automation, its task history and destination before relying on it.</a:t>
            </a:r>
          </a:p>
          <a:p/>
          <a:p>
            <a:r>
              <a:t>### Scope and persistence</a:t>
            </a:r>
          </a:p>
          <a:p/>
          <a:p>
            <a:r>
              <a:t>Each trigger creates a task. Execution duration is distinct from the schedule and from presentation demo time.</a:t>
            </a:r>
          </a:p>
          <a:p/>
          <a:p>
            <a:r>
              <a:t>### Independent checks — proposed</a:t>
            </a:r>
          </a:p>
          <a:p/>
          <a:p>
            <a:r>
              <a:t>- Start with report generation and no Jira or Slack destination.</a:t>
            </a:r>
          </a:p>
          <a:p/>
          <a:p>
            <a:r>
              <a:t>- Verify schedule interpretation, task state and artifact completeness.</a:t>
            </a:r>
          </a:p>
          <a:p/>
          <a:p>
            <a:r>
              <a:t>### Record to retain — proposed</a:t>
            </a:r>
          </a:p>
          <a:p/>
          <a:p>
            <a:r>
              <a:t>Task or automation definition, schedule, task IDs, artifact and acceptance decision.</a:t>
            </a:r>
          </a:p>
          <a:p/>
          <a:p>
            <a:r>
              <a:t>### Stop, correct or remove</a:t>
            </a:r>
          </a:p>
          <a:p/>
          <a:p>
            <a:r>
              <a:t>Disable or delete the automation to stop future triggers. Cancel a running task from its detail page where supported.</a:t>
            </a:r>
          </a:p>
          <a:p/>
          <a:p>
            <a:r>
              <a:t>### Limits and fallback</a:t>
            </a:r>
          </a:p>
          <a:p/>
          <a:p>
            <a:r>
              <a:t>External publishing behavior must be reviewed separately; a task may carry more effects than a read-only report.</a:t>
            </a:r>
          </a:p>
          <a:p/>
          <a:p>
            <a:r>
              <a:t>Run the query interactively and retain a manual report while investigating task errors.</a:t>
            </a:r>
          </a:p>
          <a:p/>
          <a:p>
            <a:r>
              <a:t>### Illustrative task — not executed</a:t>
            </a:r>
          </a:p>
          <a:p/>
          <a:p>
            <a:r>
              <a:t>Illustrative: “Create a task to reconcile last month’s service costs using the approved cost basis. Produce a report; do not publish externally.”</a:t>
            </a:r>
          </a:p>
          <a:p/>
          <a:p>
            <a:r>
              <a:t>### Official guidance</a:t>
            </a:r>
          </a:p>
          <a:p/>
          <a:p>
            <a:r>
              <a:t>[FT: Task management](https://docs.aws.amazon.com/finops-agent/latest/userguide/task-management.html)</a:t>
            </a:r>
          </a:p>
          <a:p/>
          <a:p>
            <a:r>
              <a:t>[FP: Data protection](https://docs.aws.amazon.com/finops-agent/latest/userguide/data-protection.html)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AWS FinOps Agent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A cost explanation combines retrieved account data, maintained organization files and remembered preferences or corrections. A remembered explanation is not a newly verified cost driver. Reconcile the data window and cost basis each time before acting on an interpretation.</a:t>
            </a:r>
          </a:p>
          <a:p/>
          <a:p>
            <a:r>
              <a:t>Conversation corrections and investigation outcomes can become agent-specific memory. Uploaded context supplies maintained organization definitions. Scheduled or event-triggered tasks use that context but do not confer permission to resize infrastructure.</a:t>
            </a:r>
          </a:p>
          <a:p/>
          <a:p>
            <a:r>
              <a:t>The service and all mechanisms in this guide are preview. Data access depends on the configured IAM role; external writes have action-specific approval behavior.</a:t>
            </a:r>
          </a:p>
          <a:p/>
          <a:p>
            <a:r>
              <a:t>## F-M05 — Route cost anomaly events to an investigation</a:t>
            </a:r>
          </a:p>
          <a:p/>
          <a:p>
            <a:r>
              <a:t>**Surface:** Chat setup / Automations / EventBridge</a:t>
            </a:r>
          </a:p>
          <a:p/>
          <a:p>
            <a:r>
              <a:t>**Availability:** Preview</a:t>
            </a:r>
          </a:p>
          <a:p/>
          <a:p>
            <a:r>
              <a:t>**Activation:** Monitor event plus configured response</a:t>
            </a:r>
          </a:p>
          <a:p/>
          <a:p>
            <a:r>
              <a:t>### Documented mechanism</a:t>
            </a:r>
          </a:p>
          <a:p/>
          <a:p>
            <a:r>
              <a:t>A Cost Anomaly Detection event starts a matching automation through an EventBridge managed rule. The agent then runs the configured investigation and destination action.</a:t>
            </a:r>
          </a:p>
          <a:p/>
          <a:p>
            <a:r>
              <a:t>### Enable and configure</a:t>
            </a:r>
          </a:p>
          <a:p/>
          <a:p>
            <a:r>
              <a:t>An anomaly monitor, the required EventBridge permissions and an approved destination connection.</a:t>
            </a:r>
          </a:p>
          <a:p/>
          <a:p>
            <a:r>
              <a:t>1. Register Slack at account level, then bind the selected channel to the agent with Add connection.</a:t>
            </a:r>
          </a:p>
          <a:p/>
          <a:p>
            <a:r>
              <a:t>2. In chat, specify the monitor or threshold, investigation and destination.</a:t>
            </a:r>
          </a:p>
          <a:p/>
          <a:p>
            <a:r>
              <a:t>3. Open Automations and inspect the COST_ANOMALY trigger, status and associated tasks.</a:t>
            </a:r>
          </a:p>
          <a:p/>
          <a:p>
            <a:r>
              <a:t>### Scope and persistence</a:t>
            </a:r>
          </a:p>
          <a:p/>
          <a:p>
            <a:r>
              <a:t>The automation reacts to matching monitor events; it does not independently replace Cost Anomaly Detection.</a:t>
            </a:r>
          </a:p>
          <a:p/>
          <a:p>
            <a:r>
              <a:t>### Independent checks — proposed</a:t>
            </a:r>
          </a:p>
          <a:p/>
          <a:p>
            <a:r>
              <a:t>- Use an authorized test destination and inspect the exact monitor/threshold.</a:t>
            </a:r>
          </a:p>
          <a:p/>
          <a:p>
            <a:r>
              <a:t>- Trace a matching event to a task and delivery record without deliberately generating unnecessary spend.</a:t>
            </a:r>
          </a:p>
          <a:p/>
          <a:p>
            <a:r>
              <a:t>### Record to retain — proposed</a:t>
            </a:r>
          </a:p>
          <a:p/>
          <a:p>
            <a:r>
              <a:t>Monitor, rule/automation identity, task ID, query evidence and destination result.</a:t>
            </a:r>
          </a:p>
          <a:p/>
          <a:p>
            <a:r>
              <a:t>### Stop, correct or remove</a:t>
            </a:r>
          </a:p>
          <a:p/>
          <a:p>
            <a:r>
              <a:t>Disable or delete the automation to stop new tasks. Existing task records remain.</a:t>
            </a:r>
          </a:p>
          <a:p/>
          <a:p>
            <a:r>
              <a:t>### Limits and fallback</a:t>
            </a:r>
          </a:p>
          <a:p/>
          <a:p>
            <a:r>
              <a:t>Slack delivery is not gated by per-message approval. Automatic Jira writes are pre-authorized during setup.</a:t>
            </a:r>
          </a:p>
          <a:p/>
          <a:p>
            <a:r>
              <a:t>Investigate an existing anomaly on demand and label the missing event-routing evidence.</a:t>
            </a:r>
          </a:p>
          <a:p/>
          <a:p>
            <a:r>
              <a:t>### Illustrative task — not executed</a:t>
            </a:r>
          </a:p>
          <a:p/>
          <a:p>
            <a:r>
              <a:t>Illustrative: configure a staging evaluation monitor to send findings only to an approved test channel.</a:t>
            </a:r>
          </a:p>
          <a:p/>
          <a:p>
            <a:r>
              <a:t>### Official guidance</a:t>
            </a:r>
          </a:p>
          <a:p/>
          <a:p>
            <a:r>
              <a:t>[FE: Event-triggered cost anomaly investigation](https://docs.aws.amazon.com/finops-agent/latest/userguide/automated-anomaly-response.html)</a:t>
            </a:r>
          </a:p>
          <a:p/>
          <a:p>
            <a:r>
              <a:t>[FG: Agent guardrail controls](https://docs.aws.amazon.com/finops-agent/latest/userguide/agent-guardrail-control.html)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AWS FinOps Agent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A cost explanation combines retrieved account data, maintained organization files and remembered preferences or corrections. A remembered explanation is not a newly verified cost driver. Reconcile the data window and cost basis each time before acting on an interpretation.</a:t>
            </a:r>
          </a:p>
          <a:p/>
          <a:p>
            <a:r>
              <a:t>Conversation corrections and investigation outcomes can become agent-specific memory. Uploaded context supplies maintained organization definitions. Scheduled or event-triggered tasks use that context but do not confer permission to resize infrastructure.</a:t>
            </a:r>
          </a:p>
          <a:p/>
          <a:p>
            <a:r>
              <a:t>The service and all mechanisms in this guide are preview. Data access depends on the configured IAM role; external writes have action-specific approval behavior.</a:t>
            </a:r>
          </a:p>
          <a:p/>
          <a:p>
            <a:r>
              <a:t>## F-M06 — Apply action-specific publishing controls</a:t>
            </a:r>
          </a:p>
          <a:p/>
          <a:p>
            <a:r>
              <a:t>**Surface:** Chat, tasks and automations</a:t>
            </a:r>
          </a:p>
          <a:p/>
          <a:p>
            <a:r>
              <a:t>**Availability:** Preview</a:t>
            </a:r>
          </a:p>
          <a:p/>
          <a:p>
            <a:r>
              <a:t>**Activation:** Different approval behavior by action and origin</a:t>
            </a:r>
          </a:p>
          <a:p/>
          <a:p>
            <a:r>
              <a:t>### Documented mechanism</a:t>
            </a:r>
          </a:p>
          <a:p/>
          <a:p>
            <a:r>
              <a:t>Interactive or on-demand Jira issue/comment actions require confirmation. Scheduled and event-based Jira actions are pre-authorized. Slack posting does not require approval, including interactive use.</a:t>
            </a:r>
          </a:p>
          <a:p/>
          <a:p>
            <a:r>
              <a:t>### Enable and configure</a:t>
            </a:r>
          </a:p>
          <a:p/>
          <a:p>
            <a:r>
              <a:t>An approved integration and a destination appropriate for the data.</a:t>
            </a:r>
          </a:p>
          <a:p/>
          <a:p>
            <a:r>
              <a:t>1. Inspect the Jira project or Slack channel connection.</a:t>
            </a:r>
          </a:p>
          <a:p/>
          <a:p>
            <a:r>
              <a:t>2. For interactive Jira, review the displayed action details before confirming.</a:t>
            </a:r>
          </a:p>
          <a:p/>
          <a:p>
            <a:r>
              <a:t>3. For automation, review the entire publishing instruction before enabling it.</a:t>
            </a:r>
          </a:p>
          <a:p/>
          <a:p>
            <a:r>
              <a:t>### Scope and persistence</a:t>
            </a:r>
          </a:p>
          <a:p/>
          <a:p>
            <a:r>
              <a:t>This is not a universal human-approval layer and is not authorization to resize infrastructure.</a:t>
            </a:r>
          </a:p>
          <a:p/>
          <a:p>
            <a:r>
              <a:t>### Independent checks — proposed</a:t>
            </a:r>
          </a:p>
          <a:p/>
          <a:p>
            <a:r>
              <a:t>- Test interactive Jira refusal/confirmation with a disposable issue.</a:t>
            </a:r>
          </a:p>
          <a:p/>
          <a:p>
            <a:r>
              <a:t>- Verify automation and Slack publishing only in approved test destinations.</a:t>
            </a:r>
          </a:p>
          <a:p/>
          <a:p>
            <a:r>
              <a:t>### Record to retain — proposed</a:t>
            </a:r>
          </a:p>
          <a:p/>
          <a:p>
            <a:r>
              <a:t>Action type, invocation origin, destination, approval or pre-authorization record and delivery evidence.</a:t>
            </a:r>
          </a:p>
          <a:p/>
          <a:p>
            <a:r>
              <a:t>### Stop, correct or remove</a:t>
            </a:r>
          </a:p>
          <a:p/>
          <a:p>
            <a:r>
              <a:t>Remove or restrict integrations and disable automations when publishing is no longer approved.</a:t>
            </a:r>
          </a:p>
          <a:p/>
          <a:p>
            <a:r>
              <a:t>### Limits and fallback</a:t>
            </a:r>
          </a:p>
          <a:p/>
          <a:p>
            <a:r>
              <a:t>A prompt saying “ask first” should not be substituted for the product’s documented action controls.</a:t>
            </a:r>
          </a:p>
          <a:p/>
          <a:p>
            <a:r>
              <a:t>Disable external publishing and retain the report for manual review.</a:t>
            </a:r>
          </a:p>
          <a:p/>
          <a:p>
            <a:r>
              <a:t>### Illustrative task — not executed</a:t>
            </a:r>
          </a:p>
          <a:p/>
          <a:p>
            <a:r>
              <a:t>Illustrative: generate a cost finding locally in the agent first, then separately authorize a disposable Jira issue.</a:t>
            </a:r>
          </a:p>
          <a:p/>
          <a:p>
            <a:r>
              <a:t>### Official guidance</a:t>
            </a:r>
          </a:p>
          <a:p/>
          <a:p>
            <a:r>
              <a:t>[FG: Agent guardrail controls](https://docs.aws.amazon.com/finops-agent/latest/userguide/agent-guardrail-control.html)</a:t>
            </a:r>
          </a:p>
          <a:p/>
          <a:p>
            <a:r>
              <a:t>[FT: Task management](https://docs.aws.amazon.com/finops-agent/latest/userguide/task-management.html)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AWS FinOps Agent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A cost explanation combines retrieved account data, maintained organization files and remembered preferences or corrections. A remembered explanation is not a newly verified cost driver. Reconcile the data window and cost basis each time before acting on an interpretation.</a:t>
            </a:r>
          </a:p>
          <a:p/>
          <a:p>
            <a:r>
              <a:t>Conversation corrections and investigation outcomes can become agent-specific memory. Uploaded context supplies maintained organization definitions. Scheduled or event-triggered tasks use that context but do not confer permission to resize infrastructure.</a:t>
            </a:r>
          </a:p>
          <a:p/>
          <a:p>
            <a:r>
              <a:t>The service and all mechanisms in this guide are preview. Data access depends on the configured IAM role; external writes have action-specific approval behavior.</a:t>
            </a:r>
          </a:p>
          <a:p/>
          <a:p>
            <a:r>
              <a:t>## F-M07 — Separate retained data from session summarization</a:t>
            </a:r>
          </a:p>
          <a:p/>
          <a:p>
            <a:r>
              <a:t>**Surface:** Context, task and agent administration</a:t>
            </a:r>
          </a:p>
          <a:p/>
          <a:p>
            <a:r>
              <a:t>**Availability:** Preview</a:t>
            </a:r>
          </a:p>
          <a:p/>
          <a:p>
            <a:r>
              <a:t>**Activation:** Automatic summarization; explicit retention controls</a:t>
            </a:r>
          </a:p>
          <a:p/>
          <a:p>
            <a:r>
              <a:t>### Documented mechanism</a:t>
            </a:r>
          </a:p>
          <a:p/>
          <a:p>
            <a:r>
              <a:t>Long conversations can be summarized to fit the model context window. Persistent memory, files, conversation history, tasks and artifacts have different lifecycles; an ephemeral runtime does not imply ephemeral records.</a:t>
            </a:r>
          </a:p>
          <a:p/>
          <a:p>
            <a:r>
              <a:t>### Enable and configure</a:t>
            </a:r>
          </a:p>
          <a:p/>
          <a:p>
            <a:r>
              <a:t>An owner for retained agent data and a documented removal procedure.</a:t>
            </a:r>
          </a:p>
          <a:p/>
          <a:p>
            <a:r>
              <a:t>1. Identify whether the unwanted item is context, memory, an artifact, a task or conversation history.</a:t>
            </a:r>
          </a:p>
          <a:p/>
          <a:p>
            <a:r>
              <a:t>2. Use the specific deletion, forgetting, cancellation or automation control.</a:t>
            </a:r>
          </a:p>
          <a:p/>
          <a:p>
            <a:r>
              <a:t>3. For categories without individual deletion during preview, evaluate whole-agent deletion with the owner.</a:t>
            </a:r>
          </a:p>
          <a:p/>
          <a:p>
            <a:r>
              <a:t>### Scope and persistence</a:t>
            </a:r>
          </a:p>
          <a:p/>
          <a:p>
            <a:r>
              <a:t>Conversation and task records can remain until agent deletion; soft-deleted context can be restored.</a:t>
            </a:r>
          </a:p>
          <a:p/>
          <a:p>
            <a:r>
              <a:t>### Independent checks — proposed</a:t>
            </a:r>
          </a:p>
          <a:p/>
          <a:p>
            <a:r>
              <a:t>- Check that disabled automation stops new tasks while historical tasks remain.</a:t>
            </a:r>
          </a:p>
          <a:p/>
          <a:p>
            <a:r>
              <a:t>- Confirm removal behavior in a disposable agent before using it as a retention procedure.</a:t>
            </a:r>
          </a:p>
          <a:p/>
          <a:p>
            <a:r>
              <a:t>### Record to retain — proposed</a:t>
            </a:r>
          </a:p>
          <a:p/>
          <a:p>
            <a:r>
              <a:t>Data category, requested operation, responsible owner, retained residual records and verification result.</a:t>
            </a:r>
          </a:p>
          <a:p/>
          <a:p>
            <a:r>
              <a:t>### Stop, correct or remove</a:t>
            </a:r>
          </a:p>
          <a:p/>
          <a:p>
            <a:r>
              <a:t>Whole-agent deletion removes the interaction data and web-app link according to the documented lifecycle; review dependencies first.</a:t>
            </a:r>
          </a:p>
          <a:p/>
          <a:p>
            <a:r>
              <a:t>### Limits and fallback</a:t>
            </a:r>
          </a:p>
          <a:p/>
          <a:p>
            <a:r>
              <a:t>Do not equate a summary, a forgotten fact, a disabled automation and complete data removal.</a:t>
            </a:r>
          </a:p>
          <a:p/>
          <a:p>
            <a:r>
              <a:t>Escalate retention requirements that the preview controls cannot satisfy; do not claim deletion based on an empty chat.</a:t>
            </a:r>
          </a:p>
          <a:p/>
          <a:p>
            <a:r>
              <a:t>### Illustrative task — not executed</a:t>
            </a:r>
          </a:p>
          <a:p/>
          <a:p>
            <a:r>
              <a:t>Illustrative: remove a synthetic preference, disable its reporting automation and document which history is still retained.</a:t>
            </a:r>
          </a:p>
          <a:p/>
          <a:p>
            <a:r>
              <a:t>### Official guidance</a:t>
            </a:r>
          </a:p>
          <a:p/>
          <a:p>
            <a:r>
              <a:t>[FP: Data protection](https://docs.aws.amazon.com/finops-agent/latest/userguide/data-protection.html)</a:t>
            </a:r>
          </a:p>
          <a:p/>
          <a:p>
            <a:r>
              <a:t>[FM: Context files and memory](https://docs.aws.amazon.com/finops-agent/latest/userguide/context-files-and-memory.html)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EXERCISE. Use a preview evaluation agent and synthetic preferences. Keep external publishing disconnected until separately approved.</a:t>
            </a:r>
          </a:p>
          <a:p>
            <a:r>
              <a:t>Exit: The retained preference is correctly used, the cost numbers reconcile, and any publication is separately authorized. No savings outcome is asserted.</a:t>
            </a:r>
          </a:p>
          <a:p>
            <a:r>
              <a:t>Fallback: Use synthetic data and a prepared task history; do not generate cloud spend to trigger a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EXERCISE. Use a preview evaluation agent and synthetic preferences. Keep external publishing disconnected until separately approved.</a:t>
            </a:r>
          </a:p>
          <a:p>
            <a:r>
              <a:t>Exit: The retained preference is correctly used, the cost numbers reconcile, and any publication is separately authorized. No savings outcome is asserted.</a:t>
            </a:r>
          </a:p>
          <a:p>
            <a:r>
              <a:t>Fallback: Use synthetic data and a prepared task history; do not generate cloud spend to trigger a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IAM setup guide</a:t>
            </a:r>
          </a:p>
          <a:p>
            <a:r>
              <a:t>https://docs.aws.amazon.com/finops-agent/latest/userguide/setting-up.html</a:t>
            </a:r>
          </a:p>
          <a:p>
            <a:r>
              <a:t>Create a FinOps agent</a:t>
            </a:r>
          </a:p>
          <a:p>
            <a:r>
              <a:t>https://docs.aws.amazon.com/finops-agent/latest/userguide/creating-an-agent.html</a:t>
            </a:r>
          </a:p>
          <a:p>
            <a:r>
              <a:t>Data protection</a:t>
            </a:r>
          </a:p>
          <a:p>
            <a:r>
              <a:t>https://docs.aws.amazon.com/finops-agent/latest/userguide/data-protection.html</a:t>
            </a:r>
          </a:p>
          <a:p>
            <a:r>
              <a:t>Cross-region inference</a:t>
            </a:r>
          </a:p>
          <a:p>
            <a:r>
              <a:t>https://docs.aws.amazon.com/finops-agent/latest/userguide/cross-region-inference.html</a:t>
            </a:r>
          </a:p>
          <a:p>
            <a:r>
              <a:t>Context files and memory</a:t>
            </a:r>
          </a:p>
          <a:p>
            <a:r>
              <a:t>https://docs.aws.amazon.com/finops-agent/latest/userguide/context-files-and-memory.html</a:t>
            </a:r>
          </a:p>
          <a:p>
            <a:r>
              <a:t>Cost inquiry and data-source access</a:t>
            </a:r>
          </a:p>
          <a:p>
            <a:r>
              <a:t>https://docs.aws.amazon.com/finops-agent/latest/userguide/cost-inquiry.html</a:t>
            </a:r>
          </a:p>
          <a:p>
            <a:r>
              <a:t>Task management</a:t>
            </a:r>
          </a:p>
          <a:p>
            <a:r>
              <a:t>https://docs.aws.amazon.com/finops-agent/latest/userguide/task-management.html</a:t>
            </a:r>
          </a:p>
          <a:p>
            <a:r>
              <a:t>Event-triggered cost anomaly investigation</a:t>
            </a:r>
          </a:p>
          <a:p>
            <a:r>
              <a:t>https://docs.aws.amazon.com/finops-agent/latest/userguide/automated-anomaly-response.html</a:t>
            </a:r>
          </a:p>
          <a:p>
            <a:r>
              <a:t>Agent guardrail controls</a:t>
            </a:r>
          </a:p>
          <a:p>
            <a:r>
              <a:t>https://docs.aws.amazon.com/finops-agent/latest/userguide/agent-guardrail-control.html</a:t>
            </a:r>
          </a:p>
          <a:p/>
          <a:p>
            <a:r>
              <a:t>Documented configuration, not a claim about undisclosed internals. No live AWS test or measured improvement. Retained context does not establish customer-controlled model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aws.amazon.com/finops-agent/latest/userguide/setting-up.html" TargetMode="External"/><Relationship Id="rId4" Type="http://schemas.openxmlformats.org/officeDocument/2006/relationships/hyperlink" Target="https://docs.aws.amazon.com/finops-agent/latest/userguide/creating-an-agent.html" TargetMode="External"/><Relationship Id="rId5" Type="http://schemas.openxmlformats.org/officeDocument/2006/relationships/hyperlink" Target="https://docs.aws.amazon.com/finops-agent/latest/userguide/data-protection.html" TargetMode="External"/><Relationship Id="rId6" Type="http://schemas.openxmlformats.org/officeDocument/2006/relationships/hyperlink" Target="https://docs.aws.amazon.com/finops-agent/latest/userguide/cross-region-inference.html" TargetMode="External"/><Relationship Id="rId7" Type="http://schemas.openxmlformats.org/officeDocument/2006/relationships/hyperlink" Target="https://docs.aws.amazon.com/finops-agent/latest/userguide/context-files-and-memory.html" TargetMode="External"/><Relationship Id="rId8" Type="http://schemas.openxmlformats.org/officeDocument/2006/relationships/hyperlink" Target="https://docs.aws.amazon.com/finops-agent/latest/userguide/cost-inquiry.html" TargetMode="External"/><Relationship Id="rId9" Type="http://schemas.openxmlformats.org/officeDocument/2006/relationships/hyperlink" Target="https://docs.aws.amazon.com/finops-agent/latest/userguide/task-management.html" TargetMode="External"/><Relationship Id="rId10" Type="http://schemas.openxmlformats.org/officeDocument/2006/relationships/hyperlink" Target="https://docs.aws.amazon.com/finops-agent/latest/userguide/automated-anomaly-response.html" TargetMode="External"/><Relationship Id="rId11" Type="http://schemas.openxmlformats.org/officeDocument/2006/relationships/hyperlink" Target="https://docs.aws.amazon.com/finops-agent/latest/userguide/agent-guardrail-control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REFERENCE COMPANION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AWS FinOps Agent — mechanisms and enablement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FinOps Agent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01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6812280" cy="2788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79"/>
            <a:ext cx="6446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HOW RETAINED CONTEXT IS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39"/>
            <a:ext cx="6446520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182D43"/>
                </a:solidFill>
                <a:latin typeface="Aptos"/>
              </a:defRPr>
            </a:pPr>
            <a:r>
              <a:t>Conversation corrections and investigation outcomes can become agent-specific memory. Uploaded context supplies maintained organization definitions. Scheduled or event-triggered tasks use that context but do not confer permission to resize infrastructure.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874519"/>
            <a:ext cx="4142232" cy="2788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011679"/>
            <a:ext cx="37764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READING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377439"/>
            <a:ext cx="377647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82D43"/>
                </a:solidFill>
                <a:latin typeface="Aptos"/>
              </a:defRPr>
            </a:pPr>
            <a:r>
              <a:t>Documented operation</a:t>
            </a:r>
          </a:p>
          <a:p>
            <a:pPr>
              <a:spcAft>
                <a:spcPts val="600"/>
              </a:spcAft>
              <a:defRPr sz="2100" b="0">
                <a:solidFill>
                  <a:srgbClr val="182D43"/>
                </a:solidFill>
                <a:latin typeface="Aptos"/>
              </a:defRPr>
            </a:pPr>
            <a:r>
              <a:t>Official setup</a:t>
            </a:r>
          </a:p>
          <a:p>
            <a:pPr>
              <a:spcAft>
                <a:spcPts val="600"/>
              </a:spcAft>
              <a:defRPr sz="2100" b="0">
                <a:solidFill>
                  <a:srgbClr val="182D43"/>
                </a:solidFill>
                <a:latin typeface="Aptos"/>
              </a:defRPr>
            </a:pPr>
            <a:r>
              <a:t>Proposed independent checks</a:t>
            </a:r>
          </a:p>
          <a:p>
            <a:pPr>
              <a:spcAft>
                <a:spcPts val="600"/>
              </a:spcAft>
              <a:defRPr sz="2100" b="0">
                <a:solidFill>
                  <a:srgbClr val="182D43"/>
                </a:solidFill>
                <a:latin typeface="Aptos"/>
              </a:defRPr>
            </a:pPr>
            <a:r>
              <a:t>Stop and residual-data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029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52657A"/>
                </a:solidFill>
                <a:latin typeface="Aptos"/>
              </a:defRPr>
            </a:pPr>
            <a:r>
              <a:t>Untimed reference slides. The existing core programme and demonstration allocations remain unchanged.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F-M01 /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Establish the agent identity and data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FinOps Agent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02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DOCUMENTED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An agent has its own IAM role, context, memory, tasks and artifacts.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ENABLE / 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Select the agent IAM role.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Configure operator access separately.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Review data scope and integrations.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Record the agent identity and confirm the operator is not accidentally using another agent.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Separate agents do not share context. Change role policies and integrations through the administrative configuration; do not treat a chat instruction as an access restriction.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FI, FC, FP, FR · FinOps console / creation wizard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F-M02 /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Supply maintained organization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FinOps Agent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03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DOCUMENTED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Uploaded context supplies owner mappings, categories, report structures and instructions.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ENABLE / 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Open Context files.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Upload one approved, focused file.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Verify a sampled attribution.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Check for conflicting old context before accepting the result.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Soft deletion is not full erasure. Delete removes a file from active context by soft deletion; Restore reactivates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FM, FP · Web application → Context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F-M03 /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Retain and correct preferences across sessions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FinOps Agent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04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DOCUMENTED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Memory can retain preferences, corrections and task outcomes for later sessions.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ENABLE / 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Request a specific remembered preference.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Test in a separate conversation.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Update or forget obsolete information.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Test correction in a new session; retain the original data query for reconciliation.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Memory does not replace current data. Use the documented chat controls for memory; do not assume forgetting deletes earlier conversation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FM, FD, FP · Agent conversation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F-M04 / TRIGGER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Create bounded on-demand and scheduled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FinOps Agent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05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DOCUMENTED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On-demand, scheduled and event-based work share a task queue.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ENABLE / 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Request a task or use Create tasks.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Describe recurrence when needed.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Inspect Automations and task history.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Verify schedule interpretation, task state and artifact completeness.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Cancel work separately from triggers. Disable or delete the automation to stop future triggers.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FT, FP · Tasks / Automations workspaces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F-M05 / TRIGGER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Route cost anomaly events to an investigation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FinOps Agent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06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DOCUMENTED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A Cost Anomaly Detection event starts a matching automation through an EventBridge managed rule.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ENABLE / 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Configure a monitor and EventBridge access.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Connect an approved destination.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Inspect the COST_ANOMALY automation.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Trace a matching event to a task and delivery record without deliberately generating unnecessary spend.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Setup can pre-authorize external writes. Disable or delete the automation to stop new tasks.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FE, FG · Chat setup / Automations / EventBridge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F-M06 /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Apply action-specific publishing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FinOps Agent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07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DOCUMENTED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Interactive or on-demand Jira writes require confirmation. Automated Jira writes are pre-authorized at setup; Slack posting has no approval prompt.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ENABLE / 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Inspect the destination connection.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Review interactive Jira details.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Review publishing before enabling a schedule.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Verify automation and Slack publishing only in approved test destinations.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Slack has no approval prompt. Remove or restrict integrations and disable automations when publishing is no longer approved.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FG, FT · Chat, tasks and automations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F-M07 /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Separate retained data from session summarization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FinOps Agent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08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DOCUMENTED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Long conversations can be summarized to fit the model context window.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ENABLE / 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Identify the retained data category.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Use its documented removal control.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Inspect residual history and tasks.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Confirm removal behavior in a disposable agent before using it as a retention procedure.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Ephemeral runtime does not mean no retention. Whole-agent deletion removes the interaction data and web-app link according to the documented lifecycle; review dependencies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FP, FM · Context, task and agent administration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OPTIONAL 10-MINUTE EXERCISE / PART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Retain a reporting correction without accepting stale cost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FinOps Agent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09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83112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993392"/>
            <a:ext cx="13258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76E83"/>
                </a:solidFill>
                <a:latin typeface="Aptos"/>
              </a:defRPr>
            </a:pPr>
            <a:r>
              <a:t>00:00–01:30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0552" y="1938528"/>
            <a:ext cx="92811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82D43"/>
                </a:solidFill>
                <a:latin typeface="Aptos"/>
              </a:defRPr>
            </a:pPr>
            <a:r>
              <a:t>Establish the data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331720"/>
            <a:ext cx="9189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82D43"/>
                </a:solidFill>
                <a:latin typeface="Aptos"/>
              </a:defRPr>
            </a:pPr>
            <a:r>
              <a:t>State date window, cost basis, currency, filters and agent identity. Gate: Repeatable query definition.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27832"/>
            <a:ext cx="11183112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3392424"/>
            <a:ext cx="13258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76E83"/>
                </a:solidFill>
                <a:latin typeface="Aptos"/>
              </a:defRPr>
            </a:pPr>
            <a:r>
              <a:t>01:30–03:00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337560"/>
            <a:ext cx="92811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82D43"/>
                </a:solidFill>
                <a:latin typeface="Aptos"/>
              </a:defRPr>
            </a:pPr>
            <a:r>
              <a:t>Load maintained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0552" y="3730752"/>
            <a:ext cx="9189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82D43"/>
                </a:solidFill>
                <a:latin typeface="Aptos"/>
              </a:defRPr>
            </a:pPr>
            <a:r>
              <a:t>Upload a sanitized team mapping and inspect a sample. Gate: Mapping revision and correct attribution.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26864"/>
            <a:ext cx="11183112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791456"/>
            <a:ext cx="13258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76E83"/>
                </a:solidFill>
                <a:latin typeface="Aptos"/>
              </a:defRPr>
            </a:pPr>
            <a:r>
              <a:t>03:00–04:30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0552" y="4736592"/>
            <a:ext cx="92811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82D43"/>
                </a:solidFill>
                <a:latin typeface="Aptos"/>
              </a:defRPr>
            </a:pPr>
            <a:r>
              <a:t>Remember a preference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0552" y="5129784"/>
            <a:ext cx="9189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82D43"/>
                </a:solidFill>
                <a:latin typeface="Aptos"/>
              </a:defRPr>
            </a:pPr>
            <a:r>
              <a:t>Request a reporting-format preference, not an unsupported root-cause conclusion. Gate: Specific memory request retained.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OPTIONAL 10-MINUTE EXERCISE / PART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Retain a reporting correction without accepting stale cost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FinOps Agent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10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83112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993392"/>
            <a:ext cx="13258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76E83"/>
                </a:solidFill>
                <a:latin typeface="Aptos"/>
              </a:defRPr>
            </a:pPr>
            <a:r>
              <a:t>04:30–06:30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0552" y="1938528"/>
            <a:ext cx="92811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82D43"/>
                </a:solidFill>
                <a:latin typeface="Aptos"/>
              </a:defRPr>
            </a:pPr>
            <a:r>
              <a:t>Test a new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331720"/>
            <a:ext cx="9189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82D43"/>
                </a:solidFill>
                <a:latin typeface="Aptos"/>
              </a:defRPr>
            </a:pPr>
            <a:r>
              <a:t>Check the preference and reconcile the cost result independently. Gate: New session plus source totals.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27832"/>
            <a:ext cx="11183112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3392424"/>
            <a:ext cx="13258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76E83"/>
                </a:solidFill>
                <a:latin typeface="Aptos"/>
              </a:defRPr>
            </a:pPr>
            <a:r>
              <a:t>06:30–08:30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337560"/>
            <a:ext cx="92811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82D43"/>
                </a:solidFill>
                <a:latin typeface="Aptos"/>
              </a:defRPr>
            </a:pPr>
            <a:r>
              <a:t>Inspect any automation effects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0552" y="3730752"/>
            <a:ext cx="9189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82D43"/>
                </a:solidFill>
                <a:latin typeface="Aptos"/>
              </a:defRPr>
            </a:pPr>
            <a:r>
              <a:t>Review schedule/event trigger and Jira/Slack destination behavior. Gate: Action-specific approval boundary recorded.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26864"/>
            <a:ext cx="11183112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791456"/>
            <a:ext cx="13258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76E83"/>
                </a:solidFill>
                <a:latin typeface="Aptos"/>
              </a:defRPr>
            </a:pPr>
            <a:r>
              <a:t>08:30–10:00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0552" y="4736592"/>
            <a:ext cx="92811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82D43"/>
                </a:solidFill>
                <a:latin typeface="Aptos"/>
              </a:defRPr>
            </a:pPr>
            <a:r>
              <a:t>Correct or remove the test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0552" y="5129784"/>
            <a:ext cx="9189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82D43"/>
                </a:solidFill>
                <a:latin typeface="Aptos"/>
              </a:defRPr>
            </a:pPr>
            <a:r>
              <a:t>Forget the preference and remove active context where appropriate. Gate: Residual history acknowledged.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76E83"/>
                </a:solidFill>
                <a:latin typeface="Aptos"/>
              </a:defRPr>
            </a:pPr>
            <a:r>
              <a:t>OFFICIAL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Evidence and delivery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FinOps Agent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11 / UNTIMED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82D43"/>
                </a:solidFill>
                <a:latin typeface="Aptos"/>
              </a:defRPr>
            </a:pPr>
            <a:r>
              <a:t>Official source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3"/>
              </a:rPr>
              <a:t>[FI] IAM setup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560320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4"/>
              </a:rPr>
              <a:t>[FC] Create a FinOps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98648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5"/>
              </a:rPr>
              <a:t>[FP] Data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898648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6"/>
              </a:rPr>
              <a:t>[FR] Cross-region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36976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7"/>
              </a:rPr>
              <a:t>[FM] Context files and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236976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8"/>
              </a:rPr>
              <a:t>[FD] Cost inquiry and data-source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75303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9"/>
              </a:rPr>
              <a:t>[FT] Task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575303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10"/>
              </a:rPr>
              <a:t>[FE] Event-triggered cost anomaly investigation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13631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76E83"/>
                </a:solidFill>
                <a:latin typeface="Aptos"/>
              </a:defRPr>
            </a:pPr>
            <a:r>
              <a:rPr>
                <a:hlinkClick r:id="rId11"/>
              </a:rPr>
              <a:t>[FG] Agent guardrail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89788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657A"/>
                </a:solidFill>
                <a:latin typeface="Aptos"/>
              </a:defRPr>
            </a:pPr>
            <a:r>
              <a:t>Reviewed 21 October 2026. Proposed exercises were not executed. Consult the full HTML guide for qualifications and source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