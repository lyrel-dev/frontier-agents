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Open with the operational job, not a claim of full autonomy. A checkout service is failing after a deployment. We want a coherent investigation, a defensible mitigation decision, and a follow-up item that prevents recurrence. Production operations are generally available; release-management features are preview. The examples in this deck are proposed exercises. The demo slots include the operator walkthrough and a prepared-result fallback, not a promise that an agent run completes within the allotted minutes.</a:t>
            </a:r>
          </a:p>
          <a:p/>
          <a:p>
            <a:r>
              <a:t>Official evidence:</a:t>
            </a:r>
          </a:p>
          <a:p>
            <a:r>
              <a:t>D01 — About AWS DevOps Agent: https://docs.aws.amazon.com/devopsagent/latest/userguide/about-aws-devops-agent.html</a:t>
            </a:r>
          </a:p>
          <a:p>
            <a:r>
              <a:t>D14 — AWS DevOps Agent is now generally available: https://aws.amazon.com/about-aws/whats-new/2026/03/aws-devops-agent-generally-available/</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Use the checkout incident as the thread through this presentation. Supply an incident window and the deployment identity before asking for a cause. A production symptom, an agent hypothesis, a mitigation plan, and a verified recovery are different artifacts. The example does not assert that a real incident occurred. The on-call engineer remains responsible for triage and for comparing conclusions with the source systems.</a:t>
            </a:r>
          </a:p>
          <a:p/>
          <a:p>
            <a:r>
              <a:t>Official evidence:</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capability map separates incident work, on-demand operational questions, prevention, configured recurring tasks, and release validation. They share application context but differ in invocation and output. A daily summary is a custom-agent configuration, not an automatically provisioned SRE dashboard. Release management is a separate preview track and should not inherit the availability label of production operations.</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04:00–05:30; allocated 01:30.</a:t>
            </a:r>
          </a:p>
          <a:p/>
          <a:p>
            <a:r>
              <a:t>An Agent Space groups the context and integrations used for operational work. It is not an authorization boundary merely because it has a service name. IAM roles and integration permissions establish actual access. For the initial pilot, connect one service and inspect whether its deployment events, logs, and metrics can be read. Do not grant broad writes to compensate for missing read evidence. Private integrations need an explicit network connection; they are not reachable simply because a repository or tool is named in chat.</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D34 — Limiting Agent Access in an AWS Account: https://docs.aws.amazon.com/devopsagent/latest/userguide/aws-devops-agent-security-limiting-agent-access-in-an-aws-account.html</a:t>
            </a:r>
          </a:p>
          <a:p>
            <a:r>
              <a:t>D39 — Private connections for integrations: https://docs.aws.amazon.com/devopsagent/latest/userguide/configuring-integrations-and-knowledge-connecting-to-privately-hosted-tools.html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05:30–07:00; allocated 01:30.</a:t>
            </a:r>
          </a:p>
          <a:p/>
          <a:p>
            <a:r>
              <a:t>The agent can start from a manual request or a configured external trigger. As evidence arrives, the operator can steer the investigation toward a hypothesis or data source. That is useful when a dashboard and a deployment suggest different explanations. Ask for the evidence behind a conclusion and for alternatives that remain unresolved. A confident root-cause statement is not sufficient to close an incident.</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07:00–14:00; allocated 07:00.</a:t>
            </a:r>
          </a:p>
          <a:p/>
          <a:p>
            <a:r>
              <a:t>This seven-minute slot demonstrates the investigation workflow and the engineer’s judgment. It does not measure incident-response speed. Start a fresh request only if the environment is ready. The completed-run fallback must contain genuine, sanitized evidence from an authorized rehearsal; a schematic illustration must be labeled as such. No production mutation is required for this demo.</a:t>
            </a:r>
          </a:p>
          <a:p/>
          <a:p>
            <a:r>
              <a:t>Official evidence:</a:t>
            </a:r>
          </a:p>
          <a:p>
            <a:r>
              <a:t>D03 — Autonomous incident response: https://docs.aws.amazon.com/devopsagent/latest/userguide/production-operations-autonomous-incident-response.html</a:t>
            </a:r>
          </a:p>
          <a:p>
            <a:r>
              <a:t>D05 — On Demand DevOps Tasks: https://docs.aws.amazon.com/devopsagent/latest/userguide/working-with-devops-agent-on-demand-devops-tasks.html</a:t>
            </a:r>
          </a:p>
          <a:p/>
          <a:p>
            <a:r>
              <a:t>Preflight: Prepare a sanitized incident snapshot, read access and a completed investigation before presenting.</a:t>
            </a:r>
          </a:p>
          <a:p/>
          <a:p>
            <a:r>
              <a:t>Prompt: Investigate the checkout 5xx increase in the supplied UTC window after the deployment. Cite telemetry and the deployed diff. Separate observed facts, competing hypotheses, and missing data. Propose a mitigation; do not change resources.</a:t>
            </a:r>
          </a:p>
          <a:p/>
          <a:p>
            <a:r>
              <a:t>Runbook:</a:t>
            </a:r>
          </a:p>
          <a:p>
            <a:r>
              <a:t>01:00 — Confirm scope: Open the Agent Space, incident window and deployment reference.</a:t>
            </a:r>
          </a:p>
          <a:p>
            <a:r>
              <a:t>01:30 — Inspect the investigation: Start or open a pre-run investigation; check source coverage.</a:t>
            </a:r>
          </a:p>
          <a:p>
            <a:r>
              <a:t>02:00 — Challenge the leading hypothesis: Compare two source observations and inspect a competing explanation.</a:t>
            </a:r>
          </a:p>
          <a:p>
            <a:r>
              <a:t>01:30 — Review mitigation: Check blast radius, rollback assumptions and missing evidence.</a:t>
            </a:r>
          </a:p>
          <a:p>
            <a:r>
              <a:t>01:00 — Record the handoff: Capture owner, evidence links, next action and verification check.</a:t>
            </a:r>
          </a:p>
          <a:p/>
          <a:p>
            <a:r>
              <a:t>Success: One source-backed hypothesis and one reviewable next action—not an asserted diagnosis.</a:t>
            </a:r>
          </a:p>
          <a:p/>
          <a:p>
            <a:r>
              <a:t>Fallback: After 60 seconds without usable output, use the completed run and inspect its evidence; do not wait for a fresh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14:00–15:15; allocated 01:15.</a:t>
            </a:r>
          </a:p>
          <a:p/>
          <a:p>
            <a:r>
              <a:t>Not every operational task is an incident. The on-demand interface can answer focused questions about service health, resource configuration, recent alarms and investigation history. Ask for a specific period rather than “is everything healthy.” The value is an evidence-linked summary that reduces console navigation. Where a source is unavailable, the answer should state the gap rather than imply coverage.</a:t>
            </a:r>
          </a:p>
          <a:p/>
          <a:p>
            <a:r>
              <a:t>Official evidence:</a:t>
            </a:r>
          </a:p>
          <a:p>
            <a:r>
              <a:t>D05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15:15–16:30; allocated 01:15.</a:t>
            </a:r>
          </a:p>
          <a:p/>
          <a:p>
            <a:r>
              <a:t>Prevention analyzes investigation history and produces recommendations. It is not a guarantee that failures will disappear. Keep recommendations separate from accepted engineering work: a team must assess relevance, assign ownership and decide how to validate an improvement. Use a known repeat incident to show how the suggested change would make detection earlier or the service more resilient.</a:t>
            </a:r>
          </a:p>
          <a:p/>
          <a:p>
            <a:r>
              <a:t>Official evidence:</a:t>
            </a:r>
          </a:p>
          <a:p>
            <a:r>
              <a:t>D04 — Proactive incident prevention: https://docs.aws.amazon.com/devopsagent/latest/userguide/production-operations-proactive-incident-prevention.html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16:30–17:45; allocated 01:15.</a:t>
            </a:r>
          </a:p>
          <a:p/>
          <a:p>
            <a:r>
              <a:t>A custom agent is a configured workflow. For example, a team can define a daily summary that reads alarms and recent investigations and returns an actionable report. Select only the tools needed for that job. A prompt that says “read only” does not neutralize a write-capable integration. Review the output and invocation record before enabling a recurring schedule.</a:t>
            </a:r>
          </a:p>
          <a:p/>
          <a:p>
            <a:r>
              <a:t>Official evidence:</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17:45–19:45; allocated 02:00.</a:t>
            </a:r>
          </a:p>
          <a:p/>
          <a:p>
            <a:r>
              <a:t>Keep the read-oriented investigation path separate from directed actions. Directed actions are disabled by default. Enabling them is only one layer: the relevant account role or third-party tool configuration must also permit the operation, and the operator must approve the concrete action. Review the target, parameters, blast radius and rollback plan. The release-testing write path is a different mechanism; do not assume this approval model protects application endpoints exercised by a test.</a:t>
            </a:r>
          </a:p>
          <a:p/>
          <a:p>
            <a:r>
              <a:t>Official evidence:</a:t>
            </a:r>
          </a:p>
          <a:p>
            <a:r>
              <a:t>D13 — Working with directed actions: https://docs.aws.amazon.com/devopsagent/latest/userguide/working-with-devops-agent-working-with-directed-actions.html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19:45–21:45; allocated 02:00.</a:t>
            </a:r>
          </a:p>
          <a:p/>
          <a:p>
            <a:r>
              <a:t>Readiness review evaluates a change and can build and test it in a managed verification environment. Active release testing sends traffic to a running application and may perform POST, PUT and DELETE requests. Those operations can trigger real business effects. Use a disposable staging deployment, test identities and disabled external side effects. Both features remain a preview track in the documented Region. A positive review is evidence for the release owner, not a production deployment authorization.</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21:45–26:45; allocated 05:00.</a:t>
            </a:r>
          </a:p>
          <a:p/>
          <a:p>
            <a:r>
              <a:t>This five-minute walkthrough demonstrates interpretation rather than a fresh end-to-end run. The reviewed revision must match the displayed diff. Build failures caused by missing private dependencies are setup failures, not proof that the proposed application change is unsafe. Conversely, a skipped verification step is not a pass. Keep the production release decision with the existing owner.</a:t>
            </a:r>
          </a:p>
          <a:p/>
          <a:p>
            <a:r>
              <a:t>Official evidence:</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D15 — Supported Regions: https://docs.aws.amazon.com/devopsagent/latest/userguide/about-aws-devops-agent-supported-regions.html</a:t>
            </a:r>
          </a:p>
          <a:p/>
          <a:p>
            <a:r>
              <a:t>Preflight: Use a connected test repository and a pre-completed readiness review; do not point a test profile at production.</a:t>
            </a:r>
          </a:p>
          <a:p/>
          <a:p>
            <a:r>
              <a:t>Prompt: Review this change for dependency impact, retry amplification, database saturation and rollback viability. Cite affected code and verification evidence. Return risks and missing checks. Do not deploy or promote.</a:t>
            </a:r>
          </a:p>
          <a:p/>
          <a:p>
            <a:r>
              <a:t>Runbook:</a:t>
            </a:r>
          </a:p>
          <a:p>
            <a:r>
              <a:t>00:45 — Select the change: Show the PR/MR and its exact commit.</a:t>
            </a:r>
          </a:p>
          <a:p>
            <a:r>
              <a:t>01:15 — Start or open review: Confirm preview Region and enabled review/verification settings.</a:t>
            </a:r>
          </a:p>
          <a:p>
            <a:r>
              <a:t>01:15 — Inspect risk evidence: Trace a finding to changed code and a dependency.</a:t>
            </a:r>
          </a:p>
          <a:p>
            <a:r>
              <a:t>01:00 — Read verification: Separate a passed check, an unrun check and a failure.</a:t>
            </a:r>
          </a:p>
          <a:p>
            <a:r>
              <a:t>00:45 — Decide the next step: Release owner accepts, requests work or blocks promotion.</a:t>
            </a:r>
          </a:p>
          <a:p/>
          <a:p>
            <a:r>
              <a:t>Success: Findings are tied to the exact change, and unexecuted checks are visible.</a:t>
            </a:r>
          </a:p>
          <a:p/>
          <a:p>
            <a:r>
              <a:t>Fallback: Use the prepared review and code diff if the preview or verification environment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26:45–28:00; allocated 01:15.</a:t>
            </a:r>
          </a:p>
          <a:p/>
          <a:p>
            <a:r>
              <a:t>The documented remote MCP interface brings operational questions into a development environment. This can reduce the copy-and-paste handoff between an on-call engineer and a developer. It does not mean every AWS frontier agent shares one session or identity. Authenticate the client, scope access and preserve links to the original investigation. A2A and other access methods are integration building blocks, not a turnkey four-product orchestrator.</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28:00–29:30; allocated 01:30.</a:t>
            </a:r>
          </a:p>
          <a:p/>
          <a:p>
            <a:r>
              <a:t>The original report included related developer tasks, so keep them visible without attributing them to the wrong product. Repository explanation, scoped code changes and test creation fit Kiro’s documented coding tools. IaC drafting, supplied-build-log diagnosis and runbook writing are composed uses of those tools. They are not native promises of complete infrastructure validation or an automatically connected CI monitor. Validate with the repository’s own tests, linters and infrastructure tooling.</a:t>
            </a:r>
          </a:p>
          <a:p/>
          <a:p>
            <a:r>
              <a:t>Official evidence:</a:t>
            </a:r>
          </a:p>
          <a:p>
            <a:r>
              <a:t>K03 — Working with the agent: https://kiro.dev/docs/web/using-the-agent/</a:t>
            </a:r>
          </a:p>
          <a:p>
            <a:r>
              <a:t>K08 — Specifications: https://kiro.dev/docs/specs/</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29:30–31:00; allocated 01:30.</a:t>
            </a:r>
          </a:p>
          <a:p/>
          <a:p>
            <a:r>
              <a:t>For teams already using Amazon Q Developer, the relevant distinctions are AWS guidance, IDE reviews, GitHub preview workflows and supported transformations. GitHub review triggers differ from other products: subsequent commits do not automatically retrigger a Q review; a new review can be requested explicitly. A language transformation is constrained by its supported source versions, build prerequisites and IDE. These are compatibility decisions, not reasons to represent Q as part of the DevOps Agent runtime.</a:t>
            </a:r>
          </a:p>
          <a:p/>
          <a:p>
            <a:r>
              <a:t>Official evidence:</a:t>
            </a:r>
          </a:p>
          <a:p>
            <a:r>
              <a:t>D23 — What is Amazon Q Developer?: https://docs.aws.amazon.com/amazonq/latest/qdeveloper-ug/what-is.html</a:t>
            </a:r>
          </a:p>
          <a:p>
            <a:r>
              <a:t>D24 — Reviewing code with Amazon Q Developer: https://docs.aws.amazon.com/amazonq/latest/qdeveloper-ug/code-reviews.html</a:t>
            </a:r>
          </a:p>
          <a:p>
            <a:r>
              <a:t>D26 — Reviewing code in GitHub: https://docs.aws.amazon.com/amazonq/latest/qdeveloper-ug/github-code-reviews.html</a:t>
            </a:r>
          </a:p>
          <a:p>
            <a:r>
              <a:t>D27 — Developing features in GitHub: https://docs.aws.amazon.com/amazonq/latest/qdeveloper-ug/github-feature-development.html</a:t>
            </a:r>
          </a:p>
          <a:p>
            <a:r>
              <a:t>D28 — Upgrading Java versions: https://docs.aws.amazon.com/amazonq/latest/qdeveloper-ug/code-transformation.html</a:t>
            </a:r>
          </a:p>
          <a:p>
            <a:r>
              <a:t>D29 — Transforming .NET applications: https://docs.aws.amazon.com/amazonq/latest/qdeveloper-ug/transform-dotnet-IDE.html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31:00–32:30; allocated 01:30.</a:t>
            </a:r>
          </a:p>
          <a:p/>
          <a:p>
            <a:r>
              <a:t>Treat deployment readiness as a team decision. Record the feature’s availability, Agent Space Region, data-source access, mutation paths and stop responsibility. For the first service, leave directed actions off unless a separately reviewed experiment requires them. Put release-preview work in a different pilot lane. The documentation specifies behavior; this checklist is the recommended operating design for the team.</a:t>
            </a:r>
          </a:p>
          <a:p/>
          <a:p>
            <a:r>
              <a:t>Official evidence:</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32:30–34:00; allocated 01:30.</a:t>
            </a:r>
          </a:p>
          <a:p/>
          <a:p>
            <a:r>
              <a:t>The scorecard is a proposal, not an AWS performance claim. Use the same small set of representative tasks before and during the pilot. Measure how much time an engineer spends reaching an evidence-supported hypothesis, how often conclusions need correction, and whether recommended prevention work is accepted. Count service and integration consumption as well as human review effort. Do not infer production MTTR improvement from a staged demo.</a:t>
            </a:r>
          </a:p>
          <a:p/>
          <a:p>
            <a:r>
              <a:t>Official evidence:</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34:00–35:00; allocated 01:00.</a:t>
            </a:r>
          </a:p>
          <a:p/>
          <a:p>
            <a:r>
              <a:t>Close by asking the team to choose one read-heavy operational workflow and its owner. The agent can help connect evidence and produce useful recommendations, but the engineer remains responsible for the decision and its consequences. Release preview, directed actions and active tests should each be evaluated on their own terms. Questions follow the timed close. The detailed inventory below maps every original capability to the new presentation so no feature disappears during the restructuring.</a:t>
            </a:r>
          </a:p>
          <a:p/>
          <a:p>
            <a:r>
              <a:t>Official evidence:</a:t>
            </a:r>
          </a:p>
          <a:p>
            <a:r>
              <a:t>D03 — Autonomous incident response: https://docs.aws.amazon.com/devopsagent/latest/userguide/production-operations-autonomous-incident-response.html</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S02 — Production operations: https://docs.aws.amazon.com/devopsagent/latest/userguide/working-with-devops-agent-production-operations-index.html</a:t>
            </a:r>
          </a:p>
          <a:p>
            <a:r>
              <a:t>S03 — Autonomous incident response: https://docs.aws.amazon.com/devopsagent/latest/userguide/production-operations-autonomous-incident-response.html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S03 — Autonomous incident response: https://docs.aws.amazon.com/devopsagent/latest/userguide/production-operations-autonomous-incident-response.html</a:t>
            </a:r>
          </a:p>
          <a:p>
            <a:r>
              <a:t>S13 — Working with directed actions: https://docs.aws.amazon.com/devopsagent/latest/userguide/working-with-devops-agent-working-with-directed-actions.html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S05 — On Demand DevOps Tasks: https://docs.aws.amazon.com/devopsagent/latest/userguide/working-with-devops-agent-on-demand-devops-tasks.html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S04 — Proactive incident prevention: https://docs.aws.amazon.com/devopsagent/latest/userguide/production-operations-proactive-incident-prevention.html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S06 — Custom Agents: https://docs.aws.amazon.com/devopsagent/latest/userguide/working-with-devops-agent-custom-agents-index.html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S07 — Accessing DevOps Agent: https://docs.aws.amazon.com/devopsagent/latest/userguide/working-with-devops-agent-accessing-devops-agent-index.html</a:t>
            </a:r>
          </a:p>
          <a:p>
            <a:r>
              <a:t>S08 — Connecting to the DevOps Agent MCP server: https://docs.aws.amazon.com/devopsagent/latest/userguide/connecting-to-devops-agent-remote-servers-connecting-to-the-devops-agent-mcp-server.html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S09 — Release management: https://docs.aws.amazon.com/devopsagent/latest/userguide/working-with-devops-agent-release-management-index.html</a:t>
            </a:r>
          </a:p>
          <a:p>
            <a:r>
              <a:t>S10 — Release readiness code reviews: https://docs.aws.amazon.com/devopsagent/latest/userguide/release-management-release-readiness-code-review.html</a:t>
            </a:r>
          </a:p>
          <a:p>
            <a:r>
              <a:t>S12 — Working with DevOps Agent: https://docs.aws.amazon.com/devopsagent/latest/userguide/working-with-devops-agent.html</a:t>
            </a:r>
          </a:p>
          <a:p>
            <a:r>
              <a:t>S15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S11 — Release testing: https://docs.aws.amazon.com/devopsagent/latest/userguide/release-management-release-testing.html</a:t>
            </a:r>
          </a:p>
          <a:p>
            <a:r>
              <a:t>S15 — Supported Regions: https://docs.aws.amazon.com/devopsagent/latest/userguide/about-aws-devops-agent-supported-regions.html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S16 — Kiro IDE chat: https://kiro.dev/docs/ide/chat/</a:t>
            </a:r>
          </a:p>
          <a:p>
            <a:r>
              <a:t>S22 — Kiro is generally available: https://kiro.dev/blog/general-availability/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S16 — Kiro IDE chat: https://kiro.dev/docs/ide/chat/</a:t>
            </a:r>
          </a:p>
          <a:p>
            <a:r>
              <a:t>S17 — Kiro specs: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S18 — Kiro hooks: https://kiro.dev/docs/hooks/</a:t>
            </a:r>
          </a:p>
          <a:p>
            <a:r>
              <a:t>S19 — Kiro Java development guide: https://kiro.dev/docs/guides/languages-and-frameworks/java-guide/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S20 — Kiro built-in tools: https://kiro.dev/docs/tools/</a:t>
            </a:r>
          </a:p>
          <a:p>
            <a:r>
              <a:t>S21 — Kiro MCP server directory: https://kiro.dev/docs/mcp/servers/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S20 — Kiro built-in tools: https://kiro.dev/docs/tools/</a:t>
            </a:r>
          </a:p>
          <a:p>
            <a:r>
              <a:t>S19 — Kiro Java development guide: https://kiro.dev/docs/guides/languages-and-frameworks/java-guide/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S18 — Kiro hooks: https://kiro.dev/docs/hooks/</a:t>
            </a:r>
          </a:p>
          <a:p>
            <a:r>
              <a:t>S20 — Kiro built-in tools: https://kiro.dev/docs/tools/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S23 — What is Amazon Q Developer?: https://docs.aws.amazon.com/amazonq/latest/qdeveloper-ug/what-is.html</a:t>
            </a:r>
          </a:p>
          <a:p>
            <a:r>
              <a:t>S33 — Asking Amazon Q to troubleshoot resources: https://docs.aws.amazon.com/amazonq/latest/qdeveloper-ug/chat-actions-troubleshooting.html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S24 — Reviewing code with Amazon Q Developer: https://docs.aws.amazon.com/amazonq/latest/qdeveloper-ug/code-reviews.html</a:t>
            </a:r>
          </a:p>
          <a:p>
            <a:r>
              <a:t>S31 — Amazon Q Developer IDE plugins end of support: https://docs.aws.amazon.com/amazonq/latest/qdeveloper-ug/q-developer-ide-end-of-support.html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S25 — Amazon Q Developer GitHub quickstart: https://docs.aws.amazon.com/amazonq/latest/qdeveloper-ug/github-quickstart.html</a:t>
            </a:r>
          </a:p>
          <a:p>
            <a:r>
              <a:t>S26 — Reviewing code in GitHub: https://docs.aws.amazon.com/amazonq/latest/qdeveloper-ug/github-code-reviews.html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S25 — Amazon Q Developer GitHub quickstart: https://docs.aws.amazon.com/amazonq/latest/qdeveloper-ug/github-quickstart.html</a:t>
            </a:r>
          </a:p>
          <a:p>
            <a:r>
              <a:t>S27 — Developing features in GitHub: https://docs.aws.amazon.com/amazonq/latest/qdeveloper-ug/github-feature-development.html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S28 — Upgrading Java versions: https://docs.aws.amazon.com/amazonq/latest/qdeveloper-ug/code-transformation.html</a:t>
            </a:r>
          </a:p>
          <a:p>
            <a:r>
              <a:t>S29 — Transforming .NET applications: https://docs.aws.amazon.com/amazonq/latest/qdeveloper-ug/transform-dotnet-IDE.html</a:t>
            </a:r>
          </a:p>
          <a:p>
            <a:r>
              <a:t>S30 — Porting a .NET application in Visual Studio: https://docs.aws.amazon.com/amazonq/latest/qdeveloper-ug/port-dotnet-application.html</a:t>
            </a:r>
          </a:p>
          <a:p>
            <a:r>
              <a:t>S31 — Amazon Q Developer IDE plugins end of support: https://docs.aws.amazon.com/amazonq/latest/qdeveloper-ug/q-developer-ide-end-of-support.html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35:00–35:00;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D02 — Production operations: https://docs.aws.amazon.com/devopsagent/latest/userguide/working-with-devops-agent-production-operations-index.html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D05 — On Demand DevOps Tasks: https://docs.aws.amazon.com/devopsagent/latest/userguide/working-with-devops-agent-on-demand-devops-tasks.html</a:t>
            </a:r>
          </a:p>
          <a:p>
            <a:r>
              <a:t>D06 — Custom Agents: https://docs.aws.amazon.com/devopsagent/latest/userguide/working-with-devops-agent-custom-agents-index.html</a:t>
            </a:r>
          </a:p>
          <a:p>
            <a:r>
              <a:t>D09 — Release management: https://docs.aws.amazon.com/devopsagent/latest/userguide/working-with-devops-agent-release-management-index.html</a:t>
            </a:r>
          </a:p>
          <a:p>
            <a:r>
              <a:t>D10 — Release readiness code reviews: https://docs.aws.amazon.com/devopsagent/latest/userguide/release-management-release-readiness-code-review.html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D14 — AWS DevOps Agent is now generally available: https://aws.amazon.com/about-aws/whats-new/2026/03/aws-devops-agent-generally-available/</a:t>
            </a:r>
          </a:p>
          <a:p>
            <a:r>
              <a:t>D15 — Supported Regions: https://docs.aws.amazon.com/devopsagent/latest/userguide/about-aws-devops-agent-supported-regions.html</a:t>
            </a:r>
          </a:p>
          <a:p>
            <a:r>
              <a:t>D23 — What is Amazon Q Developer?: https://docs.aws.amazon.com/amazonq/latest/qdeveloper-ug/what-is.html</a:t>
            </a:r>
          </a:p>
          <a:p>
            <a:r>
              <a:t>D24 — Reviewing code with Amazon Q Developer: https://docs.aws.amazon.com/amazonq/latest/qdeveloper-ug/code-reviews.html</a:t>
            </a:r>
          </a:p>
          <a:p>
            <a:r>
              <a:t>D26 — Reviewing code in GitHub: https://docs.aws.amazon.com/amazonq/latest/qdeveloper-ug/github-code-reviews.html</a:t>
            </a:r>
          </a:p>
          <a:p>
            <a:r>
              <a:t>D27 — Developing features in GitHub: https://docs.aws.amazon.com/amazonq/latest/qdeveloper-ug/github-feature-development.html</a:t>
            </a:r>
          </a:p>
          <a:p>
            <a:r>
              <a:t>D28 — Upgrading Java versions: https://docs.aws.amazon.com/amazonq/latest/qdeveloper-ug/code-transformation.html</a:t>
            </a:r>
          </a:p>
          <a:p>
            <a:r>
              <a:t>D29 — Transforming .NET applications: https://docs.aws.amazon.com/amazonq/latest/qdeveloper-ug/transform-dotnet-IDE.html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D39 — Private connections for integrations: https://docs.aws.amazon.com/devopsagent/latest/userguide/configuring-integrations-and-knowledge-connecting-to-privately-hosted-tools.html</a:t>
            </a:r>
          </a:p>
          <a:p>
            <a:r>
              <a:t>K03 — Working with the agent: https://kiro.dev/docs/web/using-the-agent/</a:t>
            </a:r>
          </a:p>
          <a:p>
            <a:r>
              <a:t>K08 — Specifications: https://kiro.dev/docs/specs/</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working-with-devops-agent-production-operations-index.html" TargetMode="External"/><Relationship Id="rId5" Type="http://schemas.openxmlformats.org/officeDocument/2006/relationships/hyperlink" Target="https://docs.aws.amazon.com/devopsagent/latest/userguide/production-operations-autonomous-incident-response.html" TargetMode="External"/><Relationship Id="rId6" Type="http://schemas.openxmlformats.org/officeDocument/2006/relationships/hyperlink" Target="https://docs.aws.amazon.com/devopsagent/latest/userguide/production-operations-proactive-incident-prevention.html" TargetMode="External"/><Relationship Id="rId7" Type="http://schemas.openxmlformats.org/officeDocument/2006/relationships/hyperlink" Target="https://docs.aws.amazon.com/devopsagent/latest/userguide/working-with-devops-agent-on-demand-devops-tasks.html" TargetMode="External"/><Relationship Id="rId8" Type="http://schemas.openxmlformats.org/officeDocument/2006/relationships/hyperlink" Target="https://docs.aws.amazon.com/devopsagent/latest/userguide/working-with-devops-agent-custom-agent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DevOps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Investigations produce hypotheses and evidence for operational review.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D14, D15</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Investigate → verify → authorize → improve</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35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demos</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12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two demo walkthroughs</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B95215"/>
                </a:solidFill>
                <a:latin typeface="Arial"/>
              </a:defRPr>
            </a:pPr>
            <a:r>
              <a:t>1 service</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pilot scope</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Production operations: GA. Release management: preview; assess each feature and Region separately.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Define the incident scope and evidence window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time window, a service boundary, and a change reference make the question answerable.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D02, D03</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INPUT</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Signal</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Checkout 5xx errors rise after a release.</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CONTEXT</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UTC window, deployment SHA.</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NATIVE</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Investigation</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Correlate telemetry and changes; expose missing evidence.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Accept or reject the hypothesis; choose a safe next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Operational capability groups and their dependencies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Choose an operational job first; enable its data and action paths second.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D04, D05, D06, D09</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 incidents</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Triage related signals and produce findings and mitigation guidance.</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1950" b="1">
                <a:solidFill>
                  <a:srgbClr val="182B43"/>
                </a:solidFill>
                <a:latin typeface="Arial"/>
              </a:defRPr>
            </a:pPr>
            <a:r>
              <a:t>Ask operational questions</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Inspect resources, alarms, health, and prior investigations.</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PRODUCTION</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Prevent recurrence</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patterns and prioritize reliability improvements.</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CONFIGURED</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Run custom tasks</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Define a prompt, select tools/skills, and add a schedule.</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 release risk</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Readiness reviews plus optional managed verification.</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Test a deployed release</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Explore a staging web application or REST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Agent Space data access and scope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one known resource is visible; an out-of-scope test resource is denied.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04:00–05:30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D02, D34, D39</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Owned accounts and service topology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Telemetry, repository and deployment integrations</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Discover relationships and collect permitted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Connect private tools explicitly when required</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context for investigations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Known evidence coverage and documented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Investigate a service incident and review hypotheses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distinguish observed facts, hypotheses, and missing telemetry.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05:30–07:00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Manual incident description, ticket or webhook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Time window, alarm and suspected change</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Correlate related incident signals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Collect findings; accept operator steering and feedback</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timeline and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 cause and proposed mitigation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1 · investigate checkout 5xx errors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a controlled incident snapshot; keep the investigation read-focused.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07:00–14:00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D05</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Investigate the checkout 5xx increase in the supplied UTC window after the deployment. Cite telemetry and the deployed diff. Separate observed facts, competing hypotheses, and missing data. Propose a mitigation; do not change resources.</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sanitized incident snapshot, read access and a completed investigation before presenting.</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One source-backed hypothesis and one reviewable next action—not an asserted diagnosis.</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After 60 seconds without usable output, use the completed run and inspect its evidence; do not wait for a fresh run.</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Confirm scope</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Open the Agent Space, incident window and deployment reference.</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investigation</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Start or open a pre-run investigation; check source coverage.</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02:00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the leading hypothesis</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Compare two source observations and inspect a competing explanation.</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01:30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mitigation</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Check blast radius, rollback assumptions and missing evidence.</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handoff</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Capture owner, evidence links, next action and verification check.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Daily service-health and incident queries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inspect one cited alarm or resource before sharing the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14:00–15:15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D05</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bounded question and time interval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Resource inventory and operational context</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Query health, alarms and deployment history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Summarize investigations and create report artifacts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Health summary with source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reusable incident or service-report artifact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Create prevention tasks from investigation history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an owner and a measurable recurrence or detection check accompany each accepted item.</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15:15–16:30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Recent investigations and recurring symptoms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Team priorities and existing improvement backlog</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Evaluate recurring patterns on demand or on a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Categorize observability, infrastructure, governance and code opportunities</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Prioritized improvement recommendations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Implementation context for an owned engineering task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Configure scheduled operational reports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the selected tools—not the prompt alone—bound access and side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16:30–17:45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D06</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system prompt, selected tools and skills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on-demand trigger or configured schedule</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a bounded multi-step operational task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tool use and outputs for each invocation</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Daily health report or configuration-review artifact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Traceable run history for operator inspection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Mitigation recommendations and action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Directed actions have their own enablement, role, tool and approval path.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17:45–19:45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D34</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ANALYSIS</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Propose</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identifies an operation, target and risk.</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CONFIGURATION</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Enable + scope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Agent Space, elevated role and applicable tool controls.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DECISION</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Approve</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Operator approves this operation at execution time.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TEAM CHECK</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Verify</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audit evidence and the resulting service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Release-review and deployed-application testing differ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Managed code verification is not the same as active testing against a deployed application.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19:45–21:45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D09, D10, D11, D15</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CODE</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Readiness review</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Connected PR/MR or on-demand change → standards, dependencies and access-control review → findings plus optional build/test evidence.</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PREVIEW · RUNNING TARGET</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Active release testing</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staging URL and test intent → browser or REST exploration → failures, reproduction steps and suggested fixes.</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Safety distinction: testing can mutate application data even when infrastructure actions are not enabled.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2 · review a risky release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proposed retry-policy and database-timeout change must produce inspectable release evidence.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05:00 allocated  |  21:45–26:45</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D09, D10, D15</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Review this change for dependency impact, retry amplification, database saturation and rollback viability. Cite affected code and verification evidence. Return risks and missing checks. Do not deploy or promote.</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connected test repository and a pre-completed readiness review; do not point a test profile at production.</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Findings are tied to the exact change, and unexecuted checks are visible.</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prepared review and code diff if the preview or verification environment is unavailable.</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Select the change</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the PR/MR and its exact commit.</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Start or open review</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preview Region and enabled review/verification settings.</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01:15</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risk evidence</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Trace a finding to changed code and a dependency.</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01:00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Read verification</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Separate a passed check, an unrun check and a failure.</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B95215"/>
                </a:solidFill>
                <a:latin typeface="Arial"/>
              </a:defRPr>
            </a:pPr>
            <a:r>
              <a:t>00:45</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Decide the next step</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Release owner accepts, requests work or blocks promotion.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Access operational context from coding clients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client connectivity does not widen the Agent Space’s permissions.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26:45–28:00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D37, D38</a:t>
            </a:r>
          </a:p>
        </p:txBody>
      </p:sp>
      <p:sp>
        <p:nvSpPr>
          <p:cNvPr id="10" name="Rounded Rectangle 9"/>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01</a:t>
            </a:r>
          </a:p>
        </p:txBody>
      </p:sp>
      <p:sp>
        <p:nvSpPr>
          <p:cNvPr id="12" name="TextBox 11"/>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3" name="TextBox 12"/>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authorized Agent Space and client identity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concrete incident or operational question</a:t>
            </a:r>
          </a:p>
        </p:txBody>
      </p:sp>
      <p:sp>
        <p:nvSpPr>
          <p:cNvPr id="14" name="Rounded Rectangle 13"/>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02</a:t>
            </a:r>
          </a:p>
        </p:txBody>
      </p:sp>
      <p:sp>
        <p:nvSpPr>
          <p:cNvPr id="16" name="TextBox 15"/>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7" name="TextBox 16"/>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 an MCP-capable IDE or CLI to the remote server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operational context through the configured interface</a:t>
            </a:r>
          </a:p>
        </p:txBody>
      </p:sp>
      <p:sp>
        <p:nvSpPr>
          <p:cNvPr id="18" name="Rounded Rectangle 17"/>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03</a:t>
            </a:r>
          </a:p>
        </p:txBody>
      </p:sp>
      <p:sp>
        <p:nvSpPr>
          <p:cNvPr id="20" name="TextBox 19"/>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1" name="TextBox 20"/>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Investigation context next to repository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reviewable task or change proposal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Kiro capabilities are separate from DevOps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Kiro supports code work; the team still owns CI, IaC and operational correctness.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28:00–29:30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K03, K08, K09, K17</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Daily task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acceptance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Understand / change code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Cited code path; small patch</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Inspect scope and runtime behavior</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Generate tests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Test source and execution result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Check meaningful failure cases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Draft IaC / diagnose CI</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Candidate config or diagnosis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Run provider validation and same CI check</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Write operational docs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Runbook or README draft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Rehearse safely; owner signs off</a:t>
                      </a:r>
                    </a:p>
                  </a:txBody>
                  <a:tcPr marL="128016" marR="128016" marT="82296" marB="5486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Amazon Q Developer is a companion product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Existing guidance, review and transformation workflows are companion services—not DevOps Agent features.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29:30–31:00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D23, D24, D26, D27, D28, D29</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Companion 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Documented behavior</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Important qualification</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AWS questions / IDE reviews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Guidance and code findings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actual source/language support</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GitHub review / feature work</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 or issue-to-PR assistance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Preview; use /q review after later commits</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Java / .NET transformation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Supported upgrade or porting flow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Validate build prerequisites and resulting code</a:t>
                      </a:r>
                    </a:p>
                  </a:txBody>
                  <a:tcPr marL="128016" marR="128016" marT="82296" marB="54864">
                    <a:solidFill>
                      <a:srgbClr val="F1F5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a single service with scoped read access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Prove the read path before expanding automated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31:00–32:30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D15, D34</a:t>
            </a:r>
          </a:p>
        </p:txBody>
      </p:sp>
      <p:sp>
        <p:nvSpPr>
          <p:cNvPr id="10" name="Rounded Rectangle 9"/>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SCOPE</a:t>
            </a:r>
          </a:p>
        </p:txBody>
      </p:sp>
      <p:sp>
        <p:nvSpPr>
          <p:cNvPr id="12" name="TextBox 11"/>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Boundary</a:t>
            </a:r>
          </a:p>
        </p:txBody>
      </p:sp>
      <p:sp>
        <p:nvSpPr>
          <p:cNvPr id="13" name="TextBox 12"/>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service, owned accounts and named operators.</a:t>
            </a:r>
          </a:p>
        </p:txBody>
      </p:sp>
      <p:sp>
        <p:nvSpPr>
          <p:cNvPr id="14" name="Rounded Rectangle 13"/>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READS</a:t>
            </a:r>
          </a:p>
        </p:txBody>
      </p:sp>
      <p:sp>
        <p:nvSpPr>
          <p:cNvPr id="16" name="TextBox 15"/>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a:t>
            </a:r>
          </a:p>
        </p:txBody>
      </p:sp>
      <p:sp>
        <p:nvSpPr>
          <p:cNvPr id="17" name="TextBox 16"/>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Known logs, metrics, deployments and repository links.</a:t>
            </a:r>
          </a:p>
        </p:txBody>
      </p:sp>
      <p:sp>
        <p:nvSpPr>
          <p:cNvPr id="18" name="Rounded Rectangle 17"/>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WRITES</a:t>
            </a:r>
          </a:p>
        </p:txBody>
      </p:sp>
      <p:sp>
        <p:nvSpPr>
          <p:cNvPr id="20" name="TextBox 19"/>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Effects</a:t>
            </a:r>
          </a:p>
        </p:txBody>
      </p:sp>
      <p:sp>
        <p:nvSpPr>
          <p:cNvPr id="21" name="TextBox 20"/>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Read baseline; explicit action approval when enabled.</a:t>
            </a:r>
          </a:p>
        </p:txBody>
      </p:sp>
      <p:sp>
        <p:nvSpPr>
          <p:cNvPr id="22" name="Rounded Rectangle 21"/>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MATURITY</a:t>
            </a:r>
          </a:p>
        </p:txBody>
      </p:sp>
      <p:sp>
        <p:nvSpPr>
          <p:cNvPr id="24" name="TextBox 23"/>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Availability</a:t>
            </a:r>
          </a:p>
        </p:txBody>
      </p:sp>
      <p:sp>
        <p:nvSpPr>
          <p:cNvPr id="25" name="TextBox 24"/>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Production features versus us-east-1 release preview.</a:t>
            </a:r>
          </a:p>
        </p:txBody>
      </p:sp>
      <p:sp>
        <p:nvSpPr>
          <p:cNvPr id="26" name="Rounded Rectangle 25"/>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OPERATIONS</a:t>
            </a:r>
          </a:p>
        </p:txBody>
      </p:sp>
      <p:sp>
        <p:nvSpPr>
          <p:cNvPr id="28" name="TextBox 27"/>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9" name="TextBox 28"/>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Rollback assumptions and a stop owner.</a:t>
            </a:r>
          </a:p>
        </p:txBody>
      </p:sp>
      <p:sp>
        <p:nvSpPr>
          <p:cNvPr id="30" name="Rounded Rectangle 29"/>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QUALITY</a:t>
            </a:r>
          </a:p>
        </p:txBody>
      </p:sp>
      <p:sp>
        <p:nvSpPr>
          <p:cNvPr id="32" name="TextBox 31"/>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a:t>
            </a:r>
          </a:p>
        </p:txBody>
      </p:sp>
      <p:sp>
        <p:nvSpPr>
          <p:cNvPr id="33" name="TextBox 32"/>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Source checks before escalation or sharing.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metrics require verified engineering results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Measure review effort and rework for independently accepted outcomes.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32:30–34:00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D04, D06</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What the team does</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Decision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 · connect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Validate access and a historical incident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Source coverage; baseline effort</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 · investigate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bounded incident questions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Verified hypotheses; correction rate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 · prevent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 one improvement and one report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test and reviewer effort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 · decide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Repeat tasks; inspect risk and cost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Expand, revise or stop</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950" b="1">
                <a:solidFill>
                  <a:srgbClr val="182B43"/>
                </a:solidFill>
                <a:latin typeface="Arial"/>
              </a:defRPr>
            </a:pPr>
            <a:r>
              <a:t>Accept outcomes only after verification and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Investigate with context. Gate the effect. Close with independent verification.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34:00–35:00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D13, D11</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Start</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One service and a reproducible incident snapshot.</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Existing release, approval and incident ownership.</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Require</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Source-backed conclusions and an explicit next action.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C01 · Incident triage and root-cause investigation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production operations · Native; connected data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Correlates accessible metrics, logs, traces, code changes, and deployment history using application topology.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Create an Agent Space, connect relevant accounts and telemetry, and grant operator access. Configure alert/ticket triggers for automatic initiation.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Incident timeline linked to deployed changes, telemetry, alternative hypotheses, and missing data.</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Compare timestamps, resource identities, telemetry, and the deployed diff with the investigation evidence.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proposed root cause remains an investigation result to verify, not a guarantee of diagnostic accuracy or complete data coverage.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S02, S03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C02 · Mitigation recommendations and approved actions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operations; actions need opt-in · Recommendation native; execution gated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Incident investigations can present mitigation proposals. Resource-changing directed actions are a separate, explicitly enabled execution path.</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250" b="0">
                <a:solidFill>
                  <a:srgbClr val="182B43"/>
                </a:solidFill>
                <a:latin typeface="Arial"/>
              </a:defRPr>
            </a:pPr>
            <a:r>
              <a:t>Recommendations need investigation context. Execution additionally needs Agent Space opt-in, scoped elevated access or integration configuration, and an authorized approver. Runbooks improve context but are not a universal prerequisite.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Mitigation proposal, affected resources, operator approval record, and observed change effects.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Approve only a specific change after checking affected resources and recovery criteria.</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Do not equate a suggested rollback with permission to execute it. Directed actions require layered enablement and per-action approval; unsupported operations remain excluded.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S03, S13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C03 · On-demand service health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production operations · Native chat; connected data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Chat supports resource questions, historical/current health metrics, alarm status, deployment history, and incident insights.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an enabled Agent Space web app with the needed data. Older Agent Spaces may require updated chat permissions.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Timestamped service-status response with the identifiers and data windows queried.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the reporting window and compare figures with the source dashboards.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Answers depend on accessible telemetry and the selected Agent Space. A health summary is not a replacement for monitoring.</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C04 · Recurring incident prevention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production operations · Native recommendations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Analyzes investigation history to suggest improvements to observability, infrastructure, governance, and application code.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relevant investigation history. Review the Improvements page; assign owners to accepted work.</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Prevention backlog item linked to repeated incidents and a named technical owner.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the evidence, assign ownership, and measure whether the incident pattern declines.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Recommendations do not automatically implement fixes or guarantee non-recurrence. The documented default evaluation cadence is weekly; manual evaluation is available.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C05 · Scheduled SRE health summaries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setup-dependent · Configured custom agent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Custom agents can generate recurring operational reports using a tailored prompt, selected MCP tools, skills, and attached memory stores.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 the agent and schedule, select read-only tools for the pilot, and supply the needed skills and context.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Dated scheduled health report with configured data sources and exceptions.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an initial run, data completeness, thresholds, tool calls, and unexpected findings before scheduling.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daily database report or slow-query check is a configured workflow, not an automatic built-in dashboard. Necessary database/log evidence must be accessible.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C06 · Production context from a coding environment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setup-dependent · Remote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MCP-compatible clients can connect to DevOps Agent for operational queries and investigations. A2A is documented separately for agent-to-agent communication.</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Configure a supported client, the remote endpoint, authentication, Agent Space access, and required integrations.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Operational query response with service, time window, and referenced source evidence.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Confirm identity, account/Agent Space scope, source evidence, and permitted operations.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MCP, A2A, and ACP are distinct interfaces. A coding assistant does not gain production visibility merely because it is installed.</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S07, S08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C07 · Release risk and readiness review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preview; repository setup</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Reviews changes for internal standards, cross-repository dependency risk, and access-control issues. Managed verification can also build, run, and test changes when enabled.</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Use an Agent Space in us-east-1, connect GitHub/GitLab repositories, enable the relevant repository capabilities, and supply standards as needed.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Release-readiness findings, reviewed changes, and disposition by the release owner.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Retain CI, policy checks, peer review, and release authorization.</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This is preview, not a GA release gate. A review recommendation is not proof that a deployment is safe.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S09, S10, S12, S15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C08 · Release QA and integration testing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us-east-1 · Native preview; deployed target required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Generates and executes exploratory UAT/regression plans against deployed web applications and REST APIs.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Configure a deployed test target and test profile, necessary authentication/access, safe test data, and any pipeline trigger. Release management preview requires us-east-1.</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scope, executed requests, recorded side effects, findings, and application build identifier.</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target safety, test intent, side effects, results, coverage gaps, and cleanup.</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Tests can send real write requests and create, modify, or delete application data. This differs from managed code-review verification; it is not a blanket guarantee of coverage.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S11, S15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C09 · Repository understanding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Kiro IDE; documented capability · Native coding assistance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Kiro chat can answer questions about a codebase, explain logic, and request changes with project context.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Open the relevant repository and provide the files and project context needed for the question.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Code-path explanation with repository revision and source references.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Inspect the referenced implementation and compare it with tests or runtime observations.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proposed execution path is an explanation to inspect, not a certified dependency map or runtime trace.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S16, S22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C10 · Scoped features and bug fixes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Kiro IDE; documented capability · Native chat/spec workflow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Kiro supports iterative code changes and structured feature/bugfix specifications with requirements, design, and implementation tasks.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repository access, acceptance criteria, project conventions, and an appropriate tool-permission policy.</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Reviewable code diff, scoped acceptance tests, and reviewer disposition.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scope and behavior, run tests, and keep the normal pull-request and CI process.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generated plan or completed task does not establish acceptance, correctness, or production readiness.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S16, S17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C11 · Unit-test creation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Kiro IDE; documented capability · Native generation; optional hooks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Kiro can generate tests; its documentation includes configured hooks that create unit tests when the agent changes source files.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Supply the test framework, fixtures, dependencies, and existing test conventions. Hooks are optional.</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Generated test changes, execution results, and any failing assertions.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Run the tests, inspect assertions, and confirm the new cases fail when the relevant defect is reintroduced.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Generated assertions and edge cases still require review. Hook automation must be configured, and tests must run in a suitable toolchain.</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S18, S19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C12 · IaC drafting and explanation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coding tools; workflow-specific setup · General assistance; optional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File editing and coding assistance can be applied to Terraform, CDK, or CloudFormation work. Kiro also documents an optional Terraform MCP integration.</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Supply the IaC files and relevant tooling. Configure additional integrations explicitly when needed.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IaC diff with relevant plan, validation, or synthesis results produced by the team.</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the actual framework’s validation/plan/diff tooling, independent policy checks, and change approval.</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The reviewed documentation does not substantiate a single built-in validator guaranteeing destructive-change detection and least-privilege analysis across all three IaC frameworks.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S20, S21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C13 · CI build-log diagnosis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coding tools; workflow-specific setup · Supplied logs or explicit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Kiro’s file, shell, and debugging capabilities can be used to inspect available build logs and propose a patch.</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the failing logs and build context, or configure authorized tooling that can retrieve them.</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Build-log excerpts, stated failure hypothesis, and reproducible local or CI check.</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Reproduce the failure and rerun the same pipeline and environment after the change.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This is not evidence of an automatically connected, continuously monitoring CI diagnostic feature. Repository access alone does not supply remote pipeline logs.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S20, S19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C14 · README and runbook drafting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GA coding tools; workflow-specific setup · General drafting; optional hooks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Kiro can edit repository files; configured hooks can generate companion documentation. A runbook is a practical use of those capabilities.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Provide repository context, existing operational standards, and verified deployment/rollback information.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Documentation diff with technical-owner review and a reproducible procedure.</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Have a service owner validate commands, permissions, prerequisites, rollback safety, and recovery checks in a safe environment.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generated runbook is not a verified operational procedure. Repository context may omit production configuration or recovery dependencies.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S18, S20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C15 · AWS guidance and resource troubleshooting</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interface/permissions apply · Native guidance; scoped resource access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550" b="0">
                <a:solidFill>
                  <a:srgbClr val="182B43"/>
                </a:solidFill>
                <a:latin typeface="Arial"/>
              </a:defRPr>
            </a:pPr>
            <a:r>
              <a:t>Amazon Q Developer answers AWS implementation questions. AWS Console resource troubleshooting is separately documented and permission-dependent.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Choose the supported interface. For account-specific troubleshooting, grant the documented permissions and provide the relevant resource/error context.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AWS implementation guidance with documentation references or scoped resource diagnostics.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effective permissions, resource policy, relevant organization controls, and the original error.</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General AWS advice is not automatically based on your account’s effective IAM policies, organization controls, or live configuration.</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S23, S33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C16 · IDE security and quality review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 IDE support ends 30 Apr 2027 · Native review; IDE/language limits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Amazon Q Developer reviews code for security and quality findings, with review scope and supported-language restrictions.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a supported IDE/language combination and account entitlement; review quotas and the plugin lifecycle notice.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Code finding records with severity, affected lines, and reviewer disposition.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Reproduce findings, review fixes, and retain independent scanners and security review.</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guide describes filtering out unsupported languages, test code, and open-source code. Review findings are not a security certification; available features vary by IDE.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S24, S31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C17 · GitHub pull-request review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GitHub app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Amazon Q Developer can automatically review newly opened or reopened pull requests. Later commits do not automatically trigger another review.</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Install the GitHub app, authorize selected repositories, and confirm an eligible repository role and review configuration.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PR review comments, changed-file context, and any explicitly requested re-review.</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Check the reviewed commit/diff, validate findings, and rerun required CI checks before merging.</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Use /q review in a new pull-request comment to request a subsequent review. This is a preview integration with usage and repository-role restrictions.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S25, S26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C18 · GitHub issue-to-pull-request development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Preview · GitHub app integration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 development label or /q dev in an issue can initiate code generation and a pull request using the issue and repository as context.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Install and authorize the app; provide a specific issue title, description, and acceptance criteria.</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Issue-linked pull request with diff, test output, and CI/review status.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the proposed diff, test acceptance criteria, and approve through the normal merge process.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 opened pull request is not an accepted or deployed change. The integration is preview and subject to usage limits.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S25, S27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C19 · Supported Java and .NET transformations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 project/IDE constraints · Specialized transformation workflow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DOCUMENTED FUNCTION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Java transformation supports documented version pairs and Maven projects in supported IDEs. .NET transformation is a separate C# workflow in Visual Studio.</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Validate the exact source/target, successful baseline build, supported IDE, dependencies, quotas, and network prerequisites. Review the IDE support end date.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Transformation diff, compatibility checklist, and independent build/test results.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Review diffs and the readiness summary, then run integration and regression tests in the target runtime.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Java supports 8/11 to 17 or 21, 17 to 17 or 21, and 21 to 21. .NET has project/dependency restrictions and excludes UI layers such as Razor/WebForms.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S28, S29, S30, S31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B952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B95215"/>
                </a:solidFill>
                <a:latin typeface="Arial"/>
              </a:defRPr>
            </a:pPr>
            <a:r>
              <a:t>AWS DEVOPS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DevOps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4"/>
              </a:rPr>
              <a:t>D02  Production operations</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5"/>
              </a:rPr>
              <a:t>D03  Autonomous incident response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6"/>
              </a:rPr>
              <a:t>D04  Proactive incident prevention</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7"/>
              </a:rPr>
              <a:t>D05  On Demand DevOps Tasks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B95215"/>
                </a:solidFill>
                <a:latin typeface="Arial"/>
              </a:defRPr>
            </a:pPr>
            <a:r>
              <a:rPr>
                <a:hlinkClick r:id="rId8"/>
              </a:rPr>
              <a:t>D06  Custom Agents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DevOps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