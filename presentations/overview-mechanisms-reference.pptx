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Documented configuration, not a claim about undisclosed internals. No live AWS test or measured improvement. Retained context does not establish customer-controlled model training.</a:t>
            </a:r>
          </a:p>
          <a:p/>
          <a:p>
            <a:r>
              <a:t>Identify the scope → select the context → authorize the effect → verify the result → correct or stop. No shared agent runtime or memory store is asserted.</a:t>
            </a:r>
          </a:p>
          <a:p/>
          <a:p>
            <a:r>
              <a:t>Documented configuration, not a claim about undisclosed internals. No live AWS test or measured improvement. Retained context does not establish customer-controlled model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Common mechanism controls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Documented configuration, not a claim about undisclosed internals. No live AWS test or measured improvement. Retained context does not establish customer-controlled model training.</a:t>
            </a:r>
          </a:p>
          <a:p/>
          <a:p>
            <a:r>
              <a:t>Identify the scope → select the context → authorize the effect → verify the result → correct or stop. No shared agent runtime or memory store is asserted.</a:t>
            </a:r>
          </a:p>
          <a:p/>
          <a:p>
            <a:r>
              <a:t>Proposed architecture practices, not native portfolio functionality.</a:t>
            </a:r>
          </a:p>
          <a:p/>
          <a:p>
            <a:r>
              <a:t>## X-M01 — Name the storage boundary</a:t>
            </a:r>
          </a:p>
          <a:p/>
          <a:p>
            <a:r>
              <a:t>**Surface:** Across the three products; implementation differs</a:t>
            </a:r>
          </a:p>
          <a:p/>
          <a:p>
            <a:r>
              <a:t>**Availability:** Proposed team practice</a:t>
            </a:r>
          </a:p>
          <a:p/>
          <a:p>
            <a:r>
              <a:t>**Activation:** Apply through each product’s own controls</a:t>
            </a:r>
          </a:p>
          <a:p/>
          <a:p>
            <a:r>
              <a:t>### Documented mechanism</a:t>
            </a:r>
          </a:p>
          <a:p/>
          <a:p>
            <a:r>
              <a:t>Record whether context is local-machine, repository, Agent Space, individual agent or task-specific. Never infer a portfolio-wide store.</a:t>
            </a:r>
          </a:p>
          <a:p/>
          <a:p>
            <a:r>
              <a:t>### Enable and configure</a:t>
            </a:r>
          </a:p>
          <a:p/>
          <a:p>
            <a:r>
              <a:t>Use the product-specific setup record and its current official guidance.</a:t>
            </a:r>
          </a:p>
          <a:p/>
          <a:p>
            <a:r>
              <a:t>1. Select the relevant product mechanism.</a:t>
            </a:r>
          </a:p>
          <a:p/>
          <a:p>
            <a:r>
              <a:t>2. Record its scope, owner and activation setting.</a:t>
            </a:r>
          </a:p>
          <a:p/>
          <a:p>
            <a:r>
              <a:t>3. Run the proposed independent check using approved test inputs.</a:t>
            </a:r>
          </a:p>
          <a:p/>
          <a:p>
            <a:r>
              <a:t>### Scope and persistence</a:t>
            </a:r>
          </a:p>
          <a:p/>
          <a:p>
            <a:r>
              <a:t>No shared permission or memory service is asserted.</a:t>
            </a:r>
          </a:p>
          <a:p/>
          <a:p>
            <a:r>
              <a:t>### Independent checks — proposed</a:t>
            </a:r>
          </a:p>
          <a:p/>
          <a:p>
            <a:r>
              <a:t>- Compare the configured boundary with independent evidence from the product or target.</a:t>
            </a:r>
          </a:p>
          <a:p/>
          <a:p>
            <a:r>
              <a:t>### Record to retain — proposed</a:t>
            </a:r>
          </a:p>
          <a:p/>
          <a:p>
            <a:r>
              <a:t>Product identifier, setting, test evidence and reviewer decision.</a:t>
            </a:r>
          </a:p>
          <a:p/>
          <a:p>
            <a:r>
              <a:t>### Stop, correct or remove</a:t>
            </a:r>
          </a:p>
          <a:p/>
          <a:p>
            <a:r>
              <a:t>Use the product-specific stop or correction control.</a:t>
            </a:r>
          </a:p>
          <a:p/>
          <a:p>
            <a:r>
              <a:t>### Limits and fallback</a:t>
            </a:r>
          </a:p>
          <a:p/>
          <a:p>
            <a:r>
              <a:t>A common review process does not create a common runtime, credential set or approval model.</a:t>
            </a:r>
          </a:p>
          <a:p/>
          <a:p>
            <a:r>
              <a:t>Use the existing team process when the documented mechanism is unavailable.</a:t>
            </a:r>
          </a:p>
          <a:p/>
          <a:p>
            <a:r>
              <a:t>### Illustrative task — not executed</a:t>
            </a:r>
          </a:p>
          <a:p/>
          <a:p>
            <a:r>
              <a:t>Proposed cross-platform review, not a native AWS orchestration configuration.</a:t>
            </a:r>
          </a:p>
          <a:p/>
          <a:p>
            <a:r>
              <a:t>### Official guidance</a:t>
            </a:r>
          </a:p>
          <a:p/>
          <a:p>
            <a:r>
              <a:t>[DM: DevOps Agent Memories](https://docs.aws.amazon.com/devopsagent/latest/userguide/about-aws-devops-agent-devops-agent-memories.html)</a:t>
            </a:r>
          </a:p>
          <a:p/>
          <a:p>
            <a:r>
              <a:t>[SC: Create a penetration test](https://docs.aws.amazon.com/securityagent/latest/userguide/perform-penetration-test.html)</a:t>
            </a:r>
          </a:p>
          <a:p/>
          <a:p>
            <a:r>
              <a:t>[FP: Data protection](https://docs.aws.amazon.com/finops-agent/latest/userguide/data-protection.html)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Common mechanism controls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Documented configuration, not a claim about undisclosed internals. No live AWS test or measured improvement. Retained context does not establish customer-controlled model training.</a:t>
            </a:r>
          </a:p>
          <a:p/>
          <a:p>
            <a:r>
              <a:t>Identify the scope → select the context → authorize the effect → verify the result → correct or stop. No shared agent runtime or memory store is asserted.</a:t>
            </a:r>
          </a:p>
          <a:p/>
          <a:p>
            <a:r>
              <a:t>Proposed architecture practices, not native portfolio functionality.</a:t>
            </a:r>
          </a:p>
          <a:p/>
          <a:p>
            <a:r>
              <a:t>## X-M02 — Separate content from authority</a:t>
            </a:r>
          </a:p>
          <a:p/>
          <a:p>
            <a:r>
              <a:t>**Surface:** Across the three products; implementation differs</a:t>
            </a:r>
          </a:p>
          <a:p/>
          <a:p>
            <a:r>
              <a:t>**Availability:** Proposed team practice</a:t>
            </a:r>
          </a:p>
          <a:p/>
          <a:p>
            <a:r>
              <a:t>**Activation:** Apply through each product’s own controls</a:t>
            </a:r>
          </a:p>
          <a:p/>
          <a:p>
            <a:r>
              <a:t>### Documented mechanism</a:t>
            </a:r>
          </a:p>
          <a:p/>
          <a:p>
            <a:r>
              <a:t>Instructions and memory affect what is considered. IAM, application credentials and tool approvals determine what can be accessed or changed.</a:t>
            </a:r>
          </a:p>
          <a:p/>
          <a:p>
            <a:r>
              <a:t>### Enable and configure</a:t>
            </a:r>
          </a:p>
          <a:p/>
          <a:p>
            <a:r>
              <a:t>Use the product-specific setup record and its current official guidance.</a:t>
            </a:r>
          </a:p>
          <a:p/>
          <a:p>
            <a:r>
              <a:t>1. Select the relevant product mechanism.</a:t>
            </a:r>
          </a:p>
          <a:p/>
          <a:p>
            <a:r>
              <a:t>2. Record its scope, owner and activation setting.</a:t>
            </a:r>
          </a:p>
          <a:p/>
          <a:p>
            <a:r>
              <a:t>3. Run the proposed independent check using approved test inputs.</a:t>
            </a:r>
          </a:p>
          <a:p/>
          <a:p>
            <a:r>
              <a:t>### Scope and persistence</a:t>
            </a:r>
          </a:p>
          <a:p/>
          <a:p>
            <a:r>
              <a:t>No shared permission or memory service is asserted.</a:t>
            </a:r>
          </a:p>
          <a:p/>
          <a:p>
            <a:r>
              <a:t>### Independent checks — proposed</a:t>
            </a:r>
          </a:p>
          <a:p/>
          <a:p>
            <a:r>
              <a:t>- Compare the configured boundary with independent evidence from the product or target.</a:t>
            </a:r>
          </a:p>
          <a:p/>
          <a:p>
            <a:r>
              <a:t>### Record to retain — proposed</a:t>
            </a:r>
          </a:p>
          <a:p/>
          <a:p>
            <a:r>
              <a:t>Product identifier, setting, test evidence and reviewer decision.</a:t>
            </a:r>
          </a:p>
          <a:p/>
          <a:p>
            <a:r>
              <a:t>### Stop, correct or remove</a:t>
            </a:r>
          </a:p>
          <a:p/>
          <a:p>
            <a:r>
              <a:t>Use the product-specific stop or correction control.</a:t>
            </a:r>
          </a:p>
          <a:p/>
          <a:p>
            <a:r>
              <a:t>### Limits and fallback</a:t>
            </a:r>
          </a:p>
          <a:p/>
          <a:p>
            <a:r>
              <a:t>A common review process does not create a common runtime, credential set or approval model.</a:t>
            </a:r>
          </a:p>
          <a:p/>
          <a:p>
            <a:r>
              <a:t>Use the existing team process when the documented mechanism is unavailable.</a:t>
            </a:r>
          </a:p>
          <a:p/>
          <a:p>
            <a:r>
              <a:t>### Illustrative task — not executed</a:t>
            </a:r>
          </a:p>
          <a:p/>
          <a:p>
            <a:r>
              <a:t>Proposed cross-platform review, not a native AWS orchestration configuration.</a:t>
            </a:r>
          </a:p>
          <a:p/>
          <a:p>
            <a:r>
              <a:t>### Official guidance</a:t>
            </a:r>
          </a:p>
          <a:p/>
          <a:p>
            <a:r>
              <a:t>[DA: Limiting agent access in an AWS account](https://docs.aws.amazon.com/devopsagent/latest/userguide/aws-devops-agent-security-limiting-agent-access-in-an-aws-account.html)</a:t>
            </a:r>
          </a:p>
          <a:p/>
          <a:p>
            <a:r>
              <a:t>[SA: Provide authentication credentials](https://docs.aws.amazon.com/securityagent/latest/userguide/provide-testing-credentials.html)</a:t>
            </a:r>
          </a:p>
          <a:p/>
          <a:p>
            <a:r>
              <a:t>[FG: Agent guardrail controls](https://docs.aws.amazon.com/finops-agent/latest/userguide/agent-guardrail-control.html)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Common mechanism controls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Documented configuration, not a claim about undisclosed internals. No live AWS test or measured improvement. Retained context does not establish customer-controlled model training.</a:t>
            </a:r>
          </a:p>
          <a:p/>
          <a:p>
            <a:r>
              <a:t>Identify the scope → select the context → authorize the effect → verify the result → correct or stop. No shared agent runtime or memory store is asserted.</a:t>
            </a:r>
          </a:p>
          <a:p/>
          <a:p>
            <a:r>
              <a:t>Proposed architecture practices, not native portfolio functionality.</a:t>
            </a:r>
          </a:p>
          <a:p/>
          <a:p>
            <a:r>
              <a:t>## X-M03 — Make activation observable</a:t>
            </a:r>
          </a:p>
          <a:p/>
          <a:p>
            <a:r>
              <a:t>**Surface:** Across the three products; implementation differs</a:t>
            </a:r>
          </a:p>
          <a:p/>
          <a:p>
            <a:r>
              <a:t>**Availability:** Proposed team practice</a:t>
            </a:r>
          </a:p>
          <a:p/>
          <a:p>
            <a:r>
              <a:t>**Activation:** Apply through each product’s own controls</a:t>
            </a:r>
          </a:p>
          <a:p/>
          <a:p>
            <a:r>
              <a:t>### Documented mechanism</a:t>
            </a:r>
          </a:p>
          <a:p/>
          <a:p>
            <a:r>
              <a:t>Record the selected feature, setting, attachment, client version and first new session or job used to test it.</a:t>
            </a:r>
          </a:p>
          <a:p/>
          <a:p>
            <a:r>
              <a:t>### Enable and configure</a:t>
            </a:r>
          </a:p>
          <a:p/>
          <a:p>
            <a:r>
              <a:t>Use the product-specific setup record and its current official guidance.</a:t>
            </a:r>
          </a:p>
          <a:p/>
          <a:p>
            <a:r>
              <a:t>1. Select the relevant product mechanism.</a:t>
            </a:r>
          </a:p>
          <a:p/>
          <a:p>
            <a:r>
              <a:t>2. Record its scope, owner and activation setting.</a:t>
            </a:r>
          </a:p>
          <a:p/>
          <a:p>
            <a:r>
              <a:t>3. Run the proposed independent check using approved test inputs.</a:t>
            </a:r>
          </a:p>
          <a:p/>
          <a:p>
            <a:r>
              <a:t>### Scope and persistence</a:t>
            </a:r>
          </a:p>
          <a:p/>
          <a:p>
            <a:r>
              <a:t>No shared permission or memory service is asserted.</a:t>
            </a:r>
          </a:p>
          <a:p/>
          <a:p>
            <a:r>
              <a:t>### Independent checks — proposed</a:t>
            </a:r>
          </a:p>
          <a:p/>
          <a:p>
            <a:r>
              <a:t>- Compare the configured boundary with independent evidence from the product or target.</a:t>
            </a:r>
          </a:p>
          <a:p/>
          <a:p>
            <a:r>
              <a:t>### Record to retain — proposed</a:t>
            </a:r>
          </a:p>
          <a:p/>
          <a:p>
            <a:r>
              <a:t>Product identifier, setting, test evidence and reviewer decision.</a:t>
            </a:r>
          </a:p>
          <a:p/>
          <a:p>
            <a:r>
              <a:t>### Stop, correct or remove</a:t>
            </a:r>
          </a:p>
          <a:p/>
          <a:p>
            <a:r>
              <a:t>Use the product-specific stop or correction control.</a:t>
            </a:r>
          </a:p>
          <a:p/>
          <a:p>
            <a:r>
              <a:t>### Limits and fallback</a:t>
            </a:r>
          </a:p>
          <a:p/>
          <a:p>
            <a:r>
              <a:t>A common review process does not create a common runtime, credential set or approval model.</a:t>
            </a:r>
          </a:p>
          <a:p/>
          <a:p>
            <a:r>
              <a:t>Use the existing team process when the documented mechanism is unavailable.</a:t>
            </a:r>
          </a:p>
          <a:p/>
          <a:p>
            <a:r>
              <a:t>### Illustrative task — not executed</a:t>
            </a:r>
          </a:p>
          <a:p/>
          <a:p>
            <a:r>
              <a:t>Proposed cross-platform review, not a native AWS orchestration configuration.</a:t>
            </a:r>
          </a:p>
          <a:p/>
          <a:p>
            <a:r>
              <a:t>### Official guidance</a:t>
            </a:r>
          </a:p>
          <a:p/>
          <a:p>
            <a:r>
              <a:t>[DC: Creating a custom agent](https://docs.aws.amazon.com/devopsagent/latest/userguide/custom-agents-creating-a-custom-agent.html)</a:t>
            </a:r>
          </a:p>
          <a:p/>
          <a:p>
            <a:r>
              <a:t>[SP: Manage security requirements](https://docs.aws.amazon.com/securityagent/latest/userguide/security-requirements.html)</a:t>
            </a:r>
          </a:p>
          <a:p/>
          <a:p>
            <a:r>
              <a:t>[FT: Task management](https://docs.aws.amazon.com/finops-agent/latest/userguide/task-management.html)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Common mechanism controls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Documented configuration, not a claim about undisclosed internals. No live AWS test or measured improvement. Retained context does not establish customer-controlled model training.</a:t>
            </a:r>
          </a:p>
          <a:p/>
          <a:p>
            <a:r>
              <a:t>Identify the scope → select the context → authorize the effect → verify the result → correct or stop. No shared agent runtime or memory store is asserted.</a:t>
            </a:r>
          </a:p>
          <a:p/>
          <a:p>
            <a:r>
              <a:t>Proposed architecture practices, not native portfolio functionality.</a:t>
            </a:r>
          </a:p>
          <a:p/>
          <a:p>
            <a:r>
              <a:t>## X-M04 — Validate with independent evidence</a:t>
            </a:r>
          </a:p>
          <a:p/>
          <a:p>
            <a:r>
              <a:t>**Surface:** Across the three products; implementation differs</a:t>
            </a:r>
          </a:p>
          <a:p/>
          <a:p>
            <a:r>
              <a:t>**Availability:** Proposed team practice</a:t>
            </a:r>
          </a:p>
          <a:p/>
          <a:p>
            <a:r>
              <a:t>**Activation:** Apply through each product’s own controls</a:t>
            </a:r>
          </a:p>
          <a:p/>
          <a:p>
            <a:r>
              <a:t>### Documented mechanism</a:t>
            </a:r>
          </a:p>
          <a:p/>
          <a:p>
            <a:r>
              <a:t>Use retained context to form a hypothesis, not to prove it. Reconcile with current telemetry, tests, reproduced findings or billing queries.</a:t>
            </a:r>
          </a:p>
          <a:p/>
          <a:p>
            <a:r>
              <a:t>### Enable and configure</a:t>
            </a:r>
          </a:p>
          <a:p/>
          <a:p>
            <a:r>
              <a:t>Use the product-specific setup record and its current official guidance.</a:t>
            </a:r>
          </a:p>
          <a:p/>
          <a:p>
            <a:r>
              <a:t>1. Select the relevant product mechanism.</a:t>
            </a:r>
          </a:p>
          <a:p/>
          <a:p>
            <a:r>
              <a:t>2. Record its scope, owner and activation setting.</a:t>
            </a:r>
          </a:p>
          <a:p/>
          <a:p>
            <a:r>
              <a:t>3. Run the proposed independent check using approved test inputs.</a:t>
            </a:r>
          </a:p>
          <a:p/>
          <a:p>
            <a:r>
              <a:t>### Scope and persistence</a:t>
            </a:r>
          </a:p>
          <a:p/>
          <a:p>
            <a:r>
              <a:t>No shared permission or memory service is asserted.</a:t>
            </a:r>
          </a:p>
          <a:p/>
          <a:p>
            <a:r>
              <a:t>### Independent checks — proposed</a:t>
            </a:r>
          </a:p>
          <a:p/>
          <a:p>
            <a:r>
              <a:t>- Compare the configured boundary with independent evidence from the product or target.</a:t>
            </a:r>
          </a:p>
          <a:p/>
          <a:p>
            <a:r>
              <a:t>### Record to retain — proposed</a:t>
            </a:r>
          </a:p>
          <a:p/>
          <a:p>
            <a:r>
              <a:t>Product identifier, setting, test evidence and reviewer decision.</a:t>
            </a:r>
          </a:p>
          <a:p/>
          <a:p>
            <a:r>
              <a:t>### Stop, correct or remove</a:t>
            </a:r>
          </a:p>
          <a:p/>
          <a:p>
            <a:r>
              <a:t>Use the product-specific stop or correction control.</a:t>
            </a:r>
          </a:p>
          <a:p/>
          <a:p>
            <a:r>
              <a:t>### Limits and fallback</a:t>
            </a:r>
          </a:p>
          <a:p/>
          <a:p>
            <a:r>
              <a:t>A common review process does not create a common runtime, credential set or approval model.</a:t>
            </a:r>
          </a:p>
          <a:p/>
          <a:p>
            <a:r>
              <a:t>Use the existing team process when the documented mechanism is unavailable.</a:t>
            </a:r>
          </a:p>
          <a:p/>
          <a:p>
            <a:r>
              <a:t>### Illustrative task — not executed</a:t>
            </a:r>
          </a:p>
          <a:p/>
          <a:p>
            <a:r>
              <a:t>Proposed cross-platform review, not a native AWS orchestration configuration.</a:t>
            </a:r>
          </a:p>
          <a:p/>
          <a:p>
            <a:r>
              <a:t>### Official guidance</a:t>
            </a:r>
          </a:p>
          <a:p/>
          <a:p>
            <a:r>
              <a:t>[DM: DevOps Agent Memories](https://docs.aws.amazon.com/devopsagent/latest/userguide/about-aws-devops-agent-devops-agent-memories.html)</a:t>
            </a:r>
          </a:p>
          <a:p/>
          <a:p>
            <a:r>
              <a:t>[SG: Security considerations and finding validation](https://docs.aws.amazon.com/securityagent/latest/userguide/security-guidance.html)</a:t>
            </a:r>
          </a:p>
          <a:p/>
          <a:p>
            <a:r>
              <a:t>[FD: Cost inquiry and data-source access](https://docs.aws.amazon.com/finops-agent/latest/userguide/cost-inquiry.html)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Common mechanism controls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Documented configuration, not a claim about undisclosed internals. No live AWS test or measured improvement. Retained context does not establish customer-controlled model training.</a:t>
            </a:r>
          </a:p>
          <a:p/>
          <a:p>
            <a:r>
              <a:t>Identify the scope → select the context → authorize the effect → verify the result → correct or stop. No shared agent runtime or memory store is asserted.</a:t>
            </a:r>
          </a:p>
          <a:p/>
          <a:p>
            <a:r>
              <a:t>Proposed architecture practices, not native portfolio functionality.</a:t>
            </a:r>
          </a:p>
          <a:p/>
          <a:p>
            <a:r>
              <a:t>## X-M05 — Control correction and residual data</a:t>
            </a:r>
          </a:p>
          <a:p/>
          <a:p>
            <a:r>
              <a:t>**Surface:** Across the three products; implementation differs</a:t>
            </a:r>
          </a:p>
          <a:p/>
          <a:p>
            <a:r>
              <a:t>**Availability:** Proposed team practice</a:t>
            </a:r>
          </a:p>
          <a:p/>
          <a:p>
            <a:r>
              <a:t>**Activation:** Apply through each product’s own controls</a:t>
            </a:r>
          </a:p>
          <a:p/>
          <a:p>
            <a:r>
              <a:t>### Documented mechanism</a:t>
            </a:r>
          </a:p>
          <a:p/>
          <a:p>
            <a:r>
              <a:t>A disabled trigger, removed attachment, forgotten fact and deleted history are different outcomes. Test the documented control for the actual data category.</a:t>
            </a:r>
          </a:p>
          <a:p/>
          <a:p>
            <a:r>
              <a:t>### Enable and configure</a:t>
            </a:r>
          </a:p>
          <a:p/>
          <a:p>
            <a:r>
              <a:t>Use the product-specific setup record and its current official guidance.</a:t>
            </a:r>
          </a:p>
          <a:p/>
          <a:p>
            <a:r>
              <a:t>1. Select the relevant product mechanism.</a:t>
            </a:r>
          </a:p>
          <a:p/>
          <a:p>
            <a:r>
              <a:t>2. Record its scope, owner and activation setting.</a:t>
            </a:r>
          </a:p>
          <a:p/>
          <a:p>
            <a:r>
              <a:t>3. Run the proposed independent check using approved test inputs.</a:t>
            </a:r>
          </a:p>
          <a:p/>
          <a:p>
            <a:r>
              <a:t>### Scope and persistence</a:t>
            </a:r>
          </a:p>
          <a:p/>
          <a:p>
            <a:r>
              <a:t>No shared permission or memory service is asserted.</a:t>
            </a:r>
          </a:p>
          <a:p/>
          <a:p>
            <a:r>
              <a:t>### Independent checks — proposed</a:t>
            </a:r>
          </a:p>
          <a:p/>
          <a:p>
            <a:r>
              <a:t>- Compare the configured boundary with independent evidence from the product or target.</a:t>
            </a:r>
          </a:p>
          <a:p/>
          <a:p>
            <a:r>
              <a:t>### Record to retain — proposed</a:t>
            </a:r>
          </a:p>
          <a:p/>
          <a:p>
            <a:r>
              <a:t>Product identifier, setting, test evidence and reviewer decision.</a:t>
            </a:r>
          </a:p>
          <a:p/>
          <a:p>
            <a:r>
              <a:t>### Stop, correct or remove</a:t>
            </a:r>
          </a:p>
          <a:p/>
          <a:p>
            <a:r>
              <a:t>Use the product-specific stop or correction control.</a:t>
            </a:r>
          </a:p>
          <a:p/>
          <a:p>
            <a:r>
              <a:t>### Limits and fallback</a:t>
            </a:r>
          </a:p>
          <a:p/>
          <a:p>
            <a:r>
              <a:t>A common review process does not create a common runtime, credential set or approval model.</a:t>
            </a:r>
          </a:p>
          <a:p/>
          <a:p>
            <a:r>
              <a:t>Use the existing team process when the documented mechanism is unavailable.</a:t>
            </a:r>
          </a:p>
          <a:p/>
          <a:p>
            <a:r>
              <a:t>### Illustrative task — not executed</a:t>
            </a:r>
          </a:p>
          <a:p/>
          <a:p>
            <a:r>
              <a:t>Proposed cross-platform review, not a native AWS orchestration configuration.</a:t>
            </a:r>
          </a:p>
          <a:p/>
          <a:p>
            <a:r>
              <a:t>### Official guidance</a:t>
            </a:r>
          </a:p>
          <a:p/>
          <a:p>
            <a:r>
              <a:t>[DM: DevOps Agent Memories](https://docs.aws.amazon.com/devopsagent/latest/userguide/about-aws-devops-agent-devops-agent-memories.html)</a:t>
            </a:r>
          </a:p>
          <a:p/>
          <a:p>
            <a:r>
              <a:t>[ST: Revalidate penetration-test findings](https://docs.aws.amazon.com/securityagent/latest/userguide/revalidate-findings.html)</a:t>
            </a:r>
          </a:p>
          <a:p/>
          <a:p>
            <a:r>
              <a:t>[FP: Data protection](https://docs.aws.amazon.com/finops-agent/latest/userguide/data-protection.html)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Common mechanism controls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Documented configuration, not a claim about undisclosed internals. No live AWS test or measured improvement. Retained context does not establish customer-controlled model training.</a:t>
            </a:r>
          </a:p>
          <a:p/>
          <a:p>
            <a:r>
              <a:t>Identify the scope → select the context → authorize the effect → verify the result → correct or stop. No shared agent runtime or memory store is asserted.</a:t>
            </a:r>
          </a:p>
          <a:p/>
          <a:p>
            <a:r>
              <a:t>Proposed architecture practices, not native portfolio functionality.</a:t>
            </a:r>
          </a:p>
          <a:p/>
          <a:p>
            <a:r>
              <a:t>## X-M06 — Track documentation changes</a:t>
            </a:r>
          </a:p>
          <a:p/>
          <a:p>
            <a:r>
              <a:t>**Surface:** Across the three products; implementation differs</a:t>
            </a:r>
          </a:p>
          <a:p/>
          <a:p>
            <a:r>
              <a:t>**Availability:** Proposed team practice</a:t>
            </a:r>
          </a:p>
          <a:p/>
          <a:p>
            <a:r>
              <a:t>**Activation:** Apply through each product’s own controls</a:t>
            </a:r>
          </a:p>
          <a:p/>
          <a:p>
            <a:r>
              <a:t>### Documented mechanism</a:t>
            </a:r>
          </a:p>
          <a:p/>
          <a:p>
            <a:r>
              <a:t>Store official source, review date, surface and unresolved discrepancy. Treat a changed configuration path or migration as a reason to recheck before rollout.</a:t>
            </a:r>
          </a:p>
          <a:p/>
          <a:p>
            <a:r>
              <a:t>### Enable and configure</a:t>
            </a:r>
          </a:p>
          <a:p/>
          <a:p>
            <a:r>
              <a:t>Use the product-specific setup record and its current official guidance.</a:t>
            </a:r>
          </a:p>
          <a:p/>
          <a:p>
            <a:r>
              <a:t>1. Select the relevant product mechanism.</a:t>
            </a:r>
          </a:p>
          <a:p/>
          <a:p>
            <a:r>
              <a:t>2. Record its scope, owner and activation setting.</a:t>
            </a:r>
          </a:p>
          <a:p/>
          <a:p>
            <a:r>
              <a:t>3. Run the proposed independent check using approved test inputs.</a:t>
            </a:r>
          </a:p>
          <a:p/>
          <a:p>
            <a:r>
              <a:t>### Scope and persistence</a:t>
            </a:r>
          </a:p>
          <a:p/>
          <a:p>
            <a:r>
              <a:t>No shared permission or memory service is asserted.</a:t>
            </a:r>
          </a:p>
          <a:p/>
          <a:p>
            <a:r>
              <a:t>### Independent checks — proposed</a:t>
            </a:r>
          </a:p>
          <a:p/>
          <a:p>
            <a:r>
              <a:t>- Compare the configured boundary with independent evidence from the product or target.</a:t>
            </a:r>
          </a:p>
          <a:p/>
          <a:p>
            <a:r>
              <a:t>### Record to retain — proposed</a:t>
            </a:r>
          </a:p>
          <a:p/>
          <a:p>
            <a:r>
              <a:t>Product identifier, setting, test evidence and reviewer decision.</a:t>
            </a:r>
          </a:p>
          <a:p/>
          <a:p>
            <a:r>
              <a:t>### Stop, correct or remove</a:t>
            </a:r>
          </a:p>
          <a:p/>
          <a:p>
            <a:r>
              <a:t>Use the product-specific stop or correction control.</a:t>
            </a:r>
          </a:p>
          <a:p/>
          <a:p>
            <a:r>
              <a:t>### Limits and fallback</a:t>
            </a:r>
          </a:p>
          <a:p/>
          <a:p>
            <a:r>
              <a:t>A common review process does not create a common runtime, credential set or approval model.</a:t>
            </a:r>
          </a:p>
          <a:p/>
          <a:p>
            <a:r>
              <a:t>Use the existing team process when the documented mechanism is unavailable.</a:t>
            </a:r>
          </a:p>
          <a:p/>
          <a:p>
            <a:r>
              <a:t>### Illustrative task — not executed</a:t>
            </a:r>
          </a:p>
          <a:p/>
          <a:p>
            <a:r>
              <a:t>Proposed cross-platform review, not a native AWS orchestration configuration.</a:t>
            </a:r>
          </a:p>
          <a:p/>
          <a:p>
            <a:r>
              <a:t>### Official guidance</a:t>
            </a:r>
          </a:p>
          <a:p/>
          <a:p>
            <a:r>
              <a:t>[DL: Learned Skills: migration to memory](https://docs.aws.amazon.com/devopsagent/latest/userguide/about-aws-devops-agent-learned-skills.html)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DevOps Agent Memories</a:t>
            </a:r>
          </a:p>
          <a:p>
            <a:r>
              <a:t>https://docs.aws.amazon.com/devopsagent/latest/userguide/about-aws-devops-agent-devops-agent-memories.html</a:t>
            </a:r>
          </a:p>
          <a:p>
            <a:r>
              <a:t>Create a penetration test</a:t>
            </a:r>
          </a:p>
          <a:p>
            <a:r>
              <a:t>https://docs.aws.amazon.com/securityagent/latest/userguide/perform-penetration-test.html</a:t>
            </a:r>
          </a:p>
          <a:p>
            <a:r>
              <a:t>Data protection</a:t>
            </a:r>
          </a:p>
          <a:p>
            <a:r>
              <a:t>https://docs.aws.amazon.com/finops-agent/latest/userguide/data-protection.html</a:t>
            </a:r>
          </a:p>
          <a:p>
            <a:r>
              <a:t>Limiting agent access in an AWS account</a:t>
            </a:r>
          </a:p>
          <a:p>
            <a:r>
              <a:t>https://docs.aws.amazon.com/devopsagent/latest/userguide/aws-devops-agent-security-limiting-agent-access-in-an-aws-account.html</a:t>
            </a:r>
          </a:p>
          <a:p>
            <a:r>
              <a:t>Provide authentication credentials</a:t>
            </a:r>
          </a:p>
          <a:p>
            <a:r>
              <a:t>https://docs.aws.amazon.com/securityagent/latest/userguide/provide-testing-credentials.html</a:t>
            </a:r>
          </a:p>
          <a:p>
            <a:r>
              <a:t>Agent guardrail controls</a:t>
            </a:r>
          </a:p>
          <a:p>
            <a:r>
              <a:t>https://docs.aws.amazon.com/finops-agent/latest/userguide/agent-guardrail-control.html</a:t>
            </a:r>
          </a:p>
          <a:p>
            <a:r>
              <a:t>Creating a custom agent</a:t>
            </a:r>
          </a:p>
          <a:p>
            <a:r>
              <a:t>https://docs.aws.amazon.com/devopsagent/latest/userguide/custom-agents-creating-a-custom-agent.html</a:t>
            </a:r>
          </a:p>
          <a:p>
            <a:r>
              <a:t>Manage security requirements</a:t>
            </a:r>
          </a:p>
          <a:p>
            <a:r>
              <a:t>https://docs.aws.amazon.com/securityagent/latest/userguide/security-requirements.html</a:t>
            </a:r>
          </a:p>
          <a:p>
            <a:r>
              <a:t>Task management</a:t>
            </a:r>
          </a:p>
          <a:p>
            <a:r>
              <a:t>https://docs.aws.amazon.com/finops-agent/latest/userguide/task-management.html</a:t>
            </a:r>
          </a:p>
          <a:p>
            <a:r>
              <a:t>Security considerations and finding validation</a:t>
            </a:r>
          </a:p>
          <a:p>
            <a:r>
              <a:t>https://docs.aws.amazon.com/securityagent/latest/userguide/security-guidance.html</a:t>
            </a:r>
          </a:p>
          <a:p>
            <a:r>
              <a:t>Cost inquiry and data-source access</a:t>
            </a:r>
          </a:p>
          <a:p>
            <a:r>
              <a:t>https://docs.aws.amazon.com/finops-agent/latest/userguide/cost-inquiry.html</a:t>
            </a:r>
          </a:p>
          <a:p>
            <a:r>
              <a:t>Revalidate penetration-test findings</a:t>
            </a:r>
          </a:p>
          <a:p>
            <a:r>
              <a:t>https://docs.aws.amazon.com/securityagent/latest/userguide/revalidate-findings.html</a:t>
            </a:r>
          </a:p>
          <a:p>
            <a:r>
              <a:t>Learned Skills: migration to memory</a:t>
            </a:r>
          </a:p>
          <a:p>
            <a:r>
              <a:t>https://docs.aws.amazon.com/devopsagent/latest/userguide/about-aws-devops-agent-learned-skills.html</a:t>
            </a:r>
          </a:p>
          <a:p/>
          <a:p>
            <a:r>
              <a:t>Documented configuration, not a claim about undisclosed internals. No live AWS test or measured improvement. Retained context does not establish customer-controlled model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aws.amazon.com/devopsagent/latest/userguide/about-aws-devops-agent-devops-agent-memories.html" TargetMode="External"/><Relationship Id="rId4" Type="http://schemas.openxmlformats.org/officeDocument/2006/relationships/hyperlink" Target="https://docs.aws.amazon.com/securityagent/latest/userguide/perform-penetration-test.html" TargetMode="External"/><Relationship Id="rId5" Type="http://schemas.openxmlformats.org/officeDocument/2006/relationships/hyperlink" Target="https://docs.aws.amazon.com/finops-agent/latest/userguide/data-protection.html" TargetMode="External"/><Relationship Id="rId6" Type="http://schemas.openxmlformats.org/officeDocument/2006/relationships/hyperlink" Target="https://docs.aws.amazon.com/devopsagent/latest/userguide/aws-devops-agent-security-limiting-agent-access-in-an-aws-account.html" TargetMode="External"/><Relationship Id="rId7" Type="http://schemas.openxmlformats.org/officeDocument/2006/relationships/hyperlink" Target="https://docs.aws.amazon.com/securityagent/latest/userguide/provide-testing-credentials.html" TargetMode="External"/><Relationship Id="rId8" Type="http://schemas.openxmlformats.org/officeDocument/2006/relationships/hyperlink" Target="https://docs.aws.amazon.com/finops-agent/latest/userguide/agent-guardrail-control.html" TargetMode="External"/><Relationship Id="rId9" Type="http://schemas.openxmlformats.org/officeDocument/2006/relationships/hyperlink" Target="https://docs.aws.amazon.com/devopsagent/latest/userguide/custom-agents-creating-a-custom-agent.html" TargetMode="External"/><Relationship Id="rId10" Type="http://schemas.openxmlformats.org/officeDocument/2006/relationships/hyperlink" Target="https://docs.aws.amazon.com/securityagent/latest/userguide/security-requirements.html" TargetMode="External"/><Relationship Id="rId11" Type="http://schemas.openxmlformats.org/officeDocument/2006/relationships/hyperlink" Target="https://docs.aws.amazon.com/finops-agent/latest/userguide/task-management.html" TargetMode="External"/><Relationship Id="rId12" Type="http://schemas.openxmlformats.org/officeDocument/2006/relationships/hyperlink" Target="https://docs.aws.amazon.com/securityagent/latest/userguide/security-guidance.html" TargetMode="External"/><Relationship Id="rId13" Type="http://schemas.openxmlformats.org/officeDocument/2006/relationships/hyperlink" Target="https://docs.aws.amazon.com/finops-agent/latest/userguide/cost-inquiry.html" TargetMode="External"/><Relationship Id="rId14" Type="http://schemas.openxmlformats.org/officeDocument/2006/relationships/hyperlink" Target="https://docs.aws.amazon.com/securityagent/latest/userguide/revalidate-findings.html" TargetMode="External"/><Relationship Id="rId15" Type="http://schemas.openxmlformats.org/officeDocument/2006/relationships/hyperlink" Target="https://docs.aws.amazon.com/devopsagent/latest/userguide/about-aws-devops-agent-learned-skills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REFERENCE COMPANION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Common mechanism controls — mechanisms and enablement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Common mechanism controls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01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6812280" cy="2788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79"/>
            <a:ext cx="6446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HOW RETAINED CONTEXT IS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39"/>
            <a:ext cx="6446520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182D43"/>
                </a:solidFill>
                <a:latin typeface="Aptos"/>
              </a:defRPr>
            </a:pPr>
            <a:r>
              <a:t>Identify the scope → select the context → authorize the effect → verify the result → correct or stop. No shared agent runtime or memory store is asserted.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874519"/>
            <a:ext cx="4142232" cy="2788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011679"/>
            <a:ext cx="37764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READING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377439"/>
            <a:ext cx="377647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82D43"/>
                </a:solidFill>
                <a:latin typeface="Aptos"/>
              </a:defRPr>
            </a:pPr>
            <a:r>
              <a:t>Documented operation</a:t>
            </a:r>
          </a:p>
          <a:p>
            <a:pPr>
              <a:spcAft>
                <a:spcPts val="600"/>
              </a:spcAft>
              <a:defRPr sz="2100" b="0">
                <a:solidFill>
                  <a:srgbClr val="182D43"/>
                </a:solidFill>
                <a:latin typeface="Aptos"/>
              </a:defRPr>
            </a:pPr>
            <a:r>
              <a:t>Official setup</a:t>
            </a:r>
          </a:p>
          <a:p>
            <a:pPr>
              <a:spcAft>
                <a:spcPts val="600"/>
              </a:spcAft>
              <a:defRPr sz="2100" b="0">
                <a:solidFill>
                  <a:srgbClr val="182D43"/>
                </a:solidFill>
                <a:latin typeface="Aptos"/>
              </a:defRPr>
            </a:pPr>
            <a:r>
              <a:t>Proposed independent checks</a:t>
            </a:r>
          </a:p>
          <a:p>
            <a:pPr>
              <a:spcAft>
                <a:spcPts val="600"/>
              </a:spcAft>
              <a:defRPr sz="2100" b="0">
                <a:solidFill>
                  <a:srgbClr val="182D43"/>
                </a:solidFill>
                <a:latin typeface="Aptos"/>
              </a:defRPr>
            </a:pPr>
            <a:r>
              <a:t>Stop and residual-data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029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52657A"/>
                </a:solidFill>
                <a:latin typeface="Aptos"/>
              </a:defRPr>
            </a:pPr>
            <a:r>
              <a:t>Untimed reference slides. The existing core programme and demonstration allocations remain unchanged.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X-M01 / PROPOSED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Name the storage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Common mechanism controls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02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PROPOSED TEAM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Record whether context is local-machine, repository, Agent Space, individual agent or task-specific. Never infer a portfolio-wide store.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APPLY THROUGH PRODUCT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Select the relevant product mechanism.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Record its scope, owner and activation setting.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Run the proposed independent check using approved test inputs.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Compare the configured boundary with independent evidence from the product or target.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A common review process does not create a common runtime, credential set or approval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DM, SC, FP · Across the three products; implementation differs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X-M02 / PROPOSED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Separate content from authority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Common mechanism controls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03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PROPOSED TEAM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Instructions and memory affect what is considered. IAM, application credentials and tool approvals determine what can be accessed or changed.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APPLY THROUGH PRODUCT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Select the relevant product mechanism.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Record its scope, owner and activation setting.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Run the proposed independent check using approved test inputs.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Compare the configured boundary with independent evidence from the product or target.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A common review process does not create a common runtime, credential set or approval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DA, SA, FG · Across the three products; implementation differs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X-M03 / PROPOSED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Make activation observable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Common mechanism controls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04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PROPOSED TEAM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Record the selected feature, setting, attachment, client version and first new session or job used to test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APPLY THROUGH PRODUCT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Select the relevant product mechanism.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Record its scope, owner and activation setting.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Run the proposed independent check using approved test inputs.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Compare the configured boundary with independent evidence from the product or target.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A common review process does not create a common runtime, credential set or approval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DC, SP, FT · Across the three products; implementation differs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X-M04 / PROPOSED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Validate with independent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Common mechanism controls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05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PROPOSED TEAM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Use retained context to form a hypothesis, not to prove it. Reconcile with current telemetry, tests, reproduced findings or billing queries.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APPLY THROUGH PRODUCT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Select the relevant product mechanism.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Record its scope, owner and activation setting.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Run the proposed independent check using approved test inputs.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Compare the configured boundary with independent evidence from the product or target.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A common review process does not create a common runtime, credential set or approval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DM, SG, FD · Across the three products; implementation differs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X-M05 / PROPOSED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Control correction and residual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Common mechanism controls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06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PROPOSED TEAM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A disabled trigger, removed attachment, forgotten fact and deleted history are different outcomes. Test the documented control for the actual data category.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APPLY THROUGH PRODUCT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Select the relevant product mechanism.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Record its scope, owner and activation setting.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Run the proposed independent check using approved test inputs.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Compare the configured boundary with independent evidence from the product or target.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A common review process does not create a common runtime, credential set or approval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DM, ST, FP · Across the three products; implementation differs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X-M06 / PROPOSED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Track documentation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Common mechanism controls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07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PROPOSED TEAM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Store official source, review date, surface and unresolved discrepancy. Treat a changed configuration path or migration as a reason to recheck before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APPLY THROUGH PRODUCT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Select the relevant product mechanism.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Record its scope, owner and activation setting.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Run the proposed independent check using approved test inputs.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Compare the configured boundary with independent evidence from the product or target.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A common review process does not create a common runtime, credential set or approval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DL · Across the three products; implementation differs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OFFICIAL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Evidence and delivery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Common mechanism controls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08 / UNTIMED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82D43"/>
                </a:solidFill>
                <a:latin typeface="Aptos"/>
              </a:defRPr>
            </a:pPr>
            <a:r>
              <a:t>Official source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3"/>
              </a:rPr>
              <a:t>[DM] DevOps Agent Memories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560320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4"/>
              </a:rPr>
              <a:t>[SC] Create a penetration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98648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5"/>
              </a:rPr>
              <a:t>[FP] Data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898648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6"/>
              </a:rPr>
              <a:t>[DA] Limiting agent access in an AWS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36976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7"/>
              </a:rPr>
              <a:t>[SA] Provide authentication credentials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236976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8"/>
              </a:rPr>
              <a:t>[FG] Agent guardrail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75303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9"/>
              </a:rPr>
              <a:t>[DC] Creating a custom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575303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10"/>
              </a:rPr>
              <a:t>[SP] Manage security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13631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11"/>
              </a:rPr>
              <a:t>[FT] Task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913631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12"/>
              </a:rPr>
              <a:t>[SG] Security considerations and finding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51960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13"/>
              </a:rPr>
              <a:t>[FD] Cost inquiry and data-source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251960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14"/>
              </a:rPr>
              <a:t>[ST] Revalidate penetration-test findings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90288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15"/>
              </a:rPr>
              <a:t>[DL] Learned Skills: migration to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89788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657A"/>
                </a:solidFill>
                <a:latin typeface="Aptos"/>
              </a:defRPr>
            </a:pPr>
            <a:r>
              <a:t>Reviewed 21 October 2026. Proposed exercises were not executed. Consult the full HTML guide for qualifications and source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